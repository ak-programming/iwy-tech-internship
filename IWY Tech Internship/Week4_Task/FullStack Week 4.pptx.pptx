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Bold" charset="1" panose="00000800000000000000"/>
      <p:regular r:id="rId19"/>
    </p:embeddedFon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  <p:embeddedFont>
      <p:font typeface="Barlow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4.png" Type="http://schemas.openxmlformats.org/officeDocument/2006/relationships/image"/><Relationship Id="rId5" Target="mailto:iwytch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3577981"/>
            <a:ext cx="9534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Inspiring World's Youth with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5727802"/>
            <a:ext cx="9534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true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 Stack Development Internship – Week 4</a:t>
            </a: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Basics &amp; Final Project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70307" y="2573007"/>
            <a:ext cx="5953125" cy="5953125"/>
            <a:chOff x="0" y="0"/>
            <a:chExt cx="7937500" cy="7937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37500" cy="7937500"/>
            </a:xfrm>
            <a:custGeom>
              <a:avLst/>
              <a:gdLst/>
              <a:ahLst/>
              <a:cxnLst/>
              <a:rect r="r" b="b" t="t" l="l"/>
              <a:pathLst>
                <a:path h="7937500" w="7937500">
                  <a:moveTo>
                    <a:pt x="0" y="0"/>
                  </a:moveTo>
                  <a:lnTo>
                    <a:pt x="7937500" y="0"/>
                  </a:lnTo>
                  <a:lnTo>
                    <a:pt x="7937500" y="7937500"/>
                  </a:lnTo>
                  <a:lnTo>
                    <a:pt x="0" y="793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3645" y="824951"/>
            <a:ext cx="12603804" cy="79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Roadmap: Your Journey Starts Here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645" y="1969741"/>
            <a:ext cx="16660711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 quick look at what's ahead in Week 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3645" y="2539756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3645" y="2953788"/>
            <a:ext cx="8230495" cy="28575"/>
            <a:chOff x="0" y="0"/>
            <a:chExt cx="10973994" cy="381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3645" y="3098597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About Week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3645" y="3581695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An overview of this week's focus.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43717" y="2539756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43717" y="2953788"/>
            <a:ext cx="8230638" cy="28575"/>
            <a:chOff x="0" y="0"/>
            <a:chExt cx="10974184" cy="381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43717" y="3098597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Learning 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3717" y="3581695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Key skills and knowledge you'll gain.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3645" y="4301128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3645" y="4691958"/>
            <a:ext cx="8230495" cy="28575"/>
            <a:chOff x="0" y="0"/>
            <a:chExt cx="10973994" cy="381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5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3645" y="4859979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Instructions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645" y="5343077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Key guidelines for success.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43717" y="4301128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43717" y="4691958"/>
            <a:ext cx="8230638" cy="28575"/>
            <a:chOff x="0" y="0"/>
            <a:chExt cx="10974184" cy="38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43717" y="4859979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Inspiring Quote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43717" y="5343077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Motivation for your coding journey.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3645" y="6062510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13645" y="6430118"/>
            <a:ext cx="8230495" cy="28575"/>
            <a:chOff x="0" y="0"/>
            <a:chExt cx="10973994" cy="381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5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13645" y="6621361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Domain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3645" y="7104459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Deep dive into Full Stack Development.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43717" y="6062510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06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43717" y="6430118"/>
            <a:ext cx="8230638" cy="28575"/>
            <a:chOff x="0" y="0"/>
            <a:chExt cx="10974184" cy="381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6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243717" y="6621361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Week 4 Tasks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43717" y="7104459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 and assignments.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3645" y="7823892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07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13645" y="8168278"/>
            <a:ext cx="8230495" cy="28575"/>
            <a:chOff x="0" y="0"/>
            <a:chExt cx="10973994" cy="381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10973943" cy="38100"/>
            </a:xfrm>
            <a:custGeom>
              <a:avLst/>
              <a:gdLst/>
              <a:ahLst/>
              <a:cxnLst/>
              <a:rect r="r" b="b" t="t" l="l"/>
              <a:pathLst>
                <a:path h="38100" w="10973943">
                  <a:moveTo>
                    <a:pt x="0" y="0"/>
                  </a:moveTo>
                  <a:lnTo>
                    <a:pt x="10973943" y="0"/>
                  </a:lnTo>
                  <a:lnTo>
                    <a:pt x="10973943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5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13645" y="8382743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Details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3645" y="8865841"/>
            <a:ext cx="823049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How to submit your work.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43717" y="7823892"/>
            <a:ext cx="23246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Barlow Light"/>
                <a:ea typeface="Barlow Light"/>
                <a:cs typeface="Barlow Light"/>
                <a:sym typeface="Barlow Light"/>
              </a:rPr>
              <a:t>08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43717" y="8168278"/>
            <a:ext cx="8230638" cy="28575"/>
            <a:chOff x="0" y="0"/>
            <a:chExt cx="10974184" cy="381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974197" cy="38100"/>
            </a:xfrm>
            <a:custGeom>
              <a:avLst/>
              <a:gdLst/>
              <a:ahLst/>
              <a:cxnLst/>
              <a:rect r="r" b="b" t="t" l="l"/>
              <a:pathLst>
                <a:path h="38100" w="10974197">
                  <a:moveTo>
                    <a:pt x="0" y="0"/>
                  </a:moveTo>
                  <a:lnTo>
                    <a:pt x="10974197" y="0"/>
                  </a:lnTo>
                  <a:lnTo>
                    <a:pt x="1097419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6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243717" y="8382743"/>
            <a:ext cx="3059163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Contact 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43717" y="8865841"/>
            <a:ext cx="8230638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Stay connected with us.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7890" y="1726997"/>
            <a:ext cx="9534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About Week 4: Backend Basics &amp; Final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90" y="3876827"/>
            <a:ext cx="953423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Week 4 is the final implementation phase of the internship where interns are introduced to backend concepts and complete a full stack mini project. Our goal is to enable interns to connect frontend with backend concepts and deliver a complete project.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890" y="62333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Goal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890" y="6901758"/>
            <a:ext cx="4436716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Enable interns to connect frontend with backend concepts and deliver a complete project.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54928" y="62333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Focus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4928" y="6901758"/>
            <a:ext cx="4436716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Backend fundamentals, server-side logic, and full stack project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983304"/>
            <a:ext cx="12429677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Learning Objectives: What You'll Master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2377678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By the end of Week 4, you will be able to understand backend fundamentals, learn basics of server-side programming, connect frontend pages logically, and build and present a complete full stack mini project.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3127" y="3620538"/>
            <a:ext cx="8070209" cy="2694232"/>
            <a:chOff x="0" y="0"/>
            <a:chExt cx="10760278" cy="3592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10747502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502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577" y="0"/>
                  </a:lnTo>
                  <a:cubicBezTo>
                    <a:pt x="10504424" y="0"/>
                    <a:pt x="10747502" y="242570"/>
                    <a:pt x="10747502" y="541655"/>
                  </a:cubicBezTo>
                  <a:lnTo>
                    <a:pt x="10747502" y="3037967"/>
                  </a:lnTo>
                  <a:cubicBezTo>
                    <a:pt x="10747502" y="3337179"/>
                    <a:pt x="10504424" y="3579622"/>
                    <a:pt x="10204577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0202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202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0927" y="0"/>
                  </a:lnTo>
                  <a:lnTo>
                    <a:pt x="10210927" y="6350"/>
                  </a:lnTo>
                  <a:lnTo>
                    <a:pt x="10210927" y="0"/>
                  </a:lnTo>
                  <a:cubicBezTo>
                    <a:pt x="10514330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044317"/>
                  </a:lnTo>
                  <a:lnTo>
                    <a:pt x="10753852" y="3044317"/>
                  </a:lnTo>
                  <a:lnTo>
                    <a:pt x="10760202" y="3044317"/>
                  </a:lnTo>
                  <a:cubicBezTo>
                    <a:pt x="10760202" y="3346958"/>
                    <a:pt x="10514203" y="3592322"/>
                    <a:pt x="10210927" y="3592322"/>
                  </a:cubicBezTo>
                  <a:lnTo>
                    <a:pt x="10210927" y="3585972"/>
                  </a:lnTo>
                  <a:lnTo>
                    <a:pt x="10210927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0927" y="3579622"/>
                  </a:lnTo>
                  <a:cubicBezTo>
                    <a:pt x="10507345" y="3579622"/>
                    <a:pt x="10747502" y="3339973"/>
                    <a:pt x="10747502" y="3044317"/>
                  </a:cubicBezTo>
                  <a:lnTo>
                    <a:pt x="10747502" y="548005"/>
                  </a:lnTo>
                  <a:cubicBezTo>
                    <a:pt x="10747629" y="252349"/>
                    <a:pt x="10507345" y="12700"/>
                    <a:pt x="10210927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8134" y="3905545"/>
            <a:ext cx="812454" cy="812454"/>
            <a:chOff x="0" y="0"/>
            <a:chExt cx="1083272" cy="108327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451524" y="4128935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692" r="0" b="-76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8134" y="4960144"/>
            <a:ext cx="367382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Backend Fundamentals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134" y="5520185"/>
            <a:ext cx="750019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Understand server-side concepts.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74521" y="3620538"/>
            <a:ext cx="8070352" cy="2694232"/>
            <a:chOff x="0" y="0"/>
            <a:chExt cx="10760469" cy="3592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0747756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756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831" y="0"/>
                  </a:lnTo>
                  <a:cubicBezTo>
                    <a:pt x="10504678" y="0"/>
                    <a:pt x="10747756" y="242570"/>
                    <a:pt x="10747756" y="541655"/>
                  </a:cubicBezTo>
                  <a:lnTo>
                    <a:pt x="10747756" y="3037967"/>
                  </a:lnTo>
                  <a:cubicBezTo>
                    <a:pt x="10747756" y="3337179"/>
                    <a:pt x="10504678" y="3579622"/>
                    <a:pt x="10204831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0456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456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1181" y="0"/>
                  </a:lnTo>
                  <a:lnTo>
                    <a:pt x="10211181" y="6350"/>
                  </a:lnTo>
                  <a:lnTo>
                    <a:pt x="10211181" y="0"/>
                  </a:lnTo>
                  <a:cubicBezTo>
                    <a:pt x="10514585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044317"/>
                  </a:lnTo>
                  <a:lnTo>
                    <a:pt x="10754106" y="3044317"/>
                  </a:lnTo>
                  <a:lnTo>
                    <a:pt x="10760456" y="3044317"/>
                  </a:lnTo>
                  <a:cubicBezTo>
                    <a:pt x="10760456" y="3346958"/>
                    <a:pt x="10514457" y="3592322"/>
                    <a:pt x="10211181" y="3592322"/>
                  </a:cubicBezTo>
                  <a:lnTo>
                    <a:pt x="10211181" y="3585972"/>
                  </a:lnTo>
                  <a:lnTo>
                    <a:pt x="10211181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1181" y="3579622"/>
                  </a:lnTo>
                  <a:cubicBezTo>
                    <a:pt x="10507600" y="3579622"/>
                    <a:pt x="10747756" y="3339973"/>
                    <a:pt x="10747756" y="3044317"/>
                  </a:cubicBezTo>
                  <a:lnTo>
                    <a:pt x="10747756" y="548005"/>
                  </a:lnTo>
                  <a:cubicBezTo>
                    <a:pt x="10747756" y="252349"/>
                    <a:pt x="10507599" y="12700"/>
                    <a:pt x="10211181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59528" y="3905545"/>
            <a:ext cx="812454" cy="812454"/>
            <a:chOff x="0" y="0"/>
            <a:chExt cx="1083272" cy="108327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9782918" y="4128935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59528" y="4960144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Server-Side Logic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59528" y="5520185"/>
            <a:ext cx="75003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Learn how backends process data.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3127" y="6575974"/>
            <a:ext cx="8070209" cy="2694232"/>
            <a:chOff x="0" y="0"/>
            <a:chExt cx="10760278" cy="35923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747502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502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577" y="0"/>
                  </a:lnTo>
                  <a:cubicBezTo>
                    <a:pt x="10504424" y="0"/>
                    <a:pt x="10747502" y="242570"/>
                    <a:pt x="10747502" y="541655"/>
                  </a:cubicBezTo>
                  <a:lnTo>
                    <a:pt x="10747502" y="3037967"/>
                  </a:lnTo>
                  <a:cubicBezTo>
                    <a:pt x="10747502" y="3337179"/>
                    <a:pt x="10504424" y="3579622"/>
                    <a:pt x="10204577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0202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202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0927" y="0"/>
                  </a:lnTo>
                  <a:lnTo>
                    <a:pt x="10210927" y="6350"/>
                  </a:lnTo>
                  <a:lnTo>
                    <a:pt x="10210927" y="0"/>
                  </a:lnTo>
                  <a:cubicBezTo>
                    <a:pt x="10514330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044317"/>
                  </a:lnTo>
                  <a:lnTo>
                    <a:pt x="10753852" y="3044317"/>
                  </a:lnTo>
                  <a:lnTo>
                    <a:pt x="10760202" y="3044317"/>
                  </a:lnTo>
                  <a:cubicBezTo>
                    <a:pt x="10760202" y="3346958"/>
                    <a:pt x="10514203" y="3592322"/>
                    <a:pt x="10210927" y="3592322"/>
                  </a:cubicBezTo>
                  <a:lnTo>
                    <a:pt x="10210927" y="3585972"/>
                  </a:lnTo>
                  <a:lnTo>
                    <a:pt x="10210927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0927" y="3579622"/>
                  </a:lnTo>
                  <a:cubicBezTo>
                    <a:pt x="10507345" y="3579622"/>
                    <a:pt x="10747502" y="3339973"/>
                    <a:pt x="10747502" y="3044317"/>
                  </a:cubicBezTo>
                  <a:lnTo>
                    <a:pt x="10747502" y="548005"/>
                  </a:lnTo>
                  <a:cubicBezTo>
                    <a:pt x="10747629" y="252349"/>
                    <a:pt x="10507345" y="12700"/>
                    <a:pt x="10210927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134" y="6860972"/>
            <a:ext cx="812454" cy="812454"/>
            <a:chOff x="0" y="0"/>
            <a:chExt cx="1083272" cy="1083272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451524" y="7084371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974" t="0" r="-8974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28134" y="7915570"/>
            <a:ext cx="4826051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Frontend-Backend Connection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8134" y="8475612"/>
            <a:ext cx="7500195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Integrate frontend with backend.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74521" y="6575974"/>
            <a:ext cx="8070352" cy="2694232"/>
            <a:chOff x="0" y="0"/>
            <a:chExt cx="10760469" cy="35923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10747756" cy="3579622"/>
            </a:xfrm>
            <a:custGeom>
              <a:avLst/>
              <a:gdLst/>
              <a:ahLst/>
              <a:cxnLst/>
              <a:rect r="r" b="b" t="t" l="l"/>
              <a:pathLst>
                <a:path h="3579622" w="10747756">
                  <a:moveTo>
                    <a:pt x="0" y="541655"/>
                  </a:moveTo>
                  <a:cubicBezTo>
                    <a:pt x="0" y="242570"/>
                    <a:pt x="243078" y="0"/>
                    <a:pt x="542925" y="0"/>
                  </a:cubicBezTo>
                  <a:lnTo>
                    <a:pt x="10204831" y="0"/>
                  </a:lnTo>
                  <a:cubicBezTo>
                    <a:pt x="10504678" y="0"/>
                    <a:pt x="10747756" y="242570"/>
                    <a:pt x="10747756" y="541655"/>
                  </a:cubicBezTo>
                  <a:lnTo>
                    <a:pt x="10747756" y="3037967"/>
                  </a:lnTo>
                  <a:cubicBezTo>
                    <a:pt x="10747756" y="3337179"/>
                    <a:pt x="10504678" y="3579622"/>
                    <a:pt x="10204831" y="3579622"/>
                  </a:cubicBezTo>
                  <a:lnTo>
                    <a:pt x="542925" y="3579622"/>
                  </a:lnTo>
                  <a:cubicBezTo>
                    <a:pt x="243078" y="3579622"/>
                    <a:pt x="0" y="3337052"/>
                    <a:pt x="0" y="3037967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0456" cy="3592322"/>
            </a:xfrm>
            <a:custGeom>
              <a:avLst/>
              <a:gdLst/>
              <a:ahLst/>
              <a:cxnLst/>
              <a:rect r="r" b="b" t="t" l="l"/>
              <a:pathLst>
                <a:path h="3592322" w="10760456">
                  <a:moveTo>
                    <a:pt x="0" y="548005"/>
                  </a:moveTo>
                  <a:cubicBezTo>
                    <a:pt x="0" y="245364"/>
                    <a:pt x="245999" y="0"/>
                    <a:pt x="549275" y="0"/>
                  </a:cubicBezTo>
                  <a:lnTo>
                    <a:pt x="10211181" y="0"/>
                  </a:lnTo>
                  <a:lnTo>
                    <a:pt x="10211181" y="6350"/>
                  </a:lnTo>
                  <a:lnTo>
                    <a:pt x="10211181" y="0"/>
                  </a:lnTo>
                  <a:cubicBezTo>
                    <a:pt x="10514585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044317"/>
                  </a:lnTo>
                  <a:lnTo>
                    <a:pt x="10754106" y="3044317"/>
                  </a:lnTo>
                  <a:lnTo>
                    <a:pt x="10760456" y="3044317"/>
                  </a:lnTo>
                  <a:cubicBezTo>
                    <a:pt x="10760456" y="3346958"/>
                    <a:pt x="10514457" y="3592322"/>
                    <a:pt x="10211181" y="3592322"/>
                  </a:cubicBezTo>
                  <a:lnTo>
                    <a:pt x="10211181" y="3585972"/>
                  </a:lnTo>
                  <a:lnTo>
                    <a:pt x="10211181" y="3592322"/>
                  </a:lnTo>
                  <a:lnTo>
                    <a:pt x="549275" y="3592322"/>
                  </a:lnTo>
                  <a:lnTo>
                    <a:pt x="549275" y="3585972"/>
                  </a:lnTo>
                  <a:lnTo>
                    <a:pt x="549275" y="3592322"/>
                  </a:lnTo>
                  <a:cubicBezTo>
                    <a:pt x="245999" y="3592322"/>
                    <a:pt x="0" y="3346958"/>
                    <a:pt x="0" y="3044317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044317"/>
                  </a:lnTo>
                  <a:lnTo>
                    <a:pt x="6350" y="3044317"/>
                  </a:lnTo>
                  <a:lnTo>
                    <a:pt x="12700" y="3044317"/>
                  </a:lnTo>
                  <a:cubicBezTo>
                    <a:pt x="12700" y="3339973"/>
                    <a:pt x="252984" y="3579622"/>
                    <a:pt x="549275" y="3579622"/>
                  </a:cubicBezTo>
                  <a:lnTo>
                    <a:pt x="10211181" y="3579622"/>
                  </a:lnTo>
                  <a:cubicBezTo>
                    <a:pt x="10507600" y="3579622"/>
                    <a:pt x="10747756" y="3339973"/>
                    <a:pt x="10747756" y="3044317"/>
                  </a:cubicBezTo>
                  <a:lnTo>
                    <a:pt x="10747756" y="548005"/>
                  </a:lnTo>
                  <a:cubicBezTo>
                    <a:pt x="10747756" y="252349"/>
                    <a:pt x="10507599" y="12700"/>
                    <a:pt x="10211181" y="12700"/>
                  </a:cubicBezTo>
                  <a:lnTo>
                    <a:pt x="549275" y="12700"/>
                  </a:lnTo>
                  <a:lnTo>
                    <a:pt x="549275" y="6350"/>
                  </a:lnTo>
                  <a:lnTo>
                    <a:pt x="549275" y="12700"/>
                  </a:lnTo>
                  <a:cubicBezTo>
                    <a:pt x="252984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9528" y="6860972"/>
            <a:ext cx="812454" cy="812454"/>
            <a:chOff x="0" y="0"/>
            <a:chExt cx="1083272" cy="108327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83310" cy="1083310"/>
            </a:xfrm>
            <a:custGeom>
              <a:avLst/>
              <a:gdLst/>
              <a:ahLst/>
              <a:cxnLst/>
              <a:rect r="r" b="b" t="t" l="l"/>
              <a:pathLst>
                <a:path h="1083310" w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3" b="3"/>
              </a:stretch>
            </a:blip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9782918" y="7084371"/>
            <a:ext cx="365522" cy="365522"/>
          </a:xfrm>
          <a:custGeom>
            <a:avLst/>
            <a:gdLst/>
            <a:ahLst/>
            <a:cxnLst/>
            <a:rect r="r" b="b" t="t" l="l"/>
            <a:pathLst>
              <a:path h="365522" w="365522">
                <a:moveTo>
                  <a:pt x="0" y="0"/>
                </a:moveTo>
                <a:lnTo>
                  <a:pt x="365522" y="0"/>
                </a:lnTo>
                <a:lnTo>
                  <a:pt x="365522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0770" r="0" b="-30767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9559528" y="7915570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Full Stack Project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59528" y="8475612"/>
            <a:ext cx="750034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and deploy a complete project.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1374724"/>
            <a:ext cx="11883180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Guidelines for a Successful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2769098"/>
            <a:ext cx="1639223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To maximize your learning and ensure a rewarding experience, please adhere to these essential instructions.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7890" y="3887991"/>
            <a:ext cx="7865716" cy="4193829"/>
            <a:chOff x="0" y="0"/>
            <a:chExt cx="10487622" cy="55917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7660" cy="5591810"/>
            </a:xfrm>
            <a:custGeom>
              <a:avLst/>
              <a:gdLst/>
              <a:ahLst/>
              <a:cxnLst/>
              <a:rect r="r" b="b" t="t" l="l"/>
              <a:pathLst>
                <a:path h="5591810" w="10487660">
                  <a:moveTo>
                    <a:pt x="0" y="541655"/>
                  </a:moveTo>
                  <a:cubicBezTo>
                    <a:pt x="0" y="242570"/>
                    <a:pt x="242570" y="0"/>
                    <a:pt x="541655" y="0"/>
                  </a:cubicBezTo>
                  <a:lnTo>
                    <a:pt x="9946005" y="0"/>
                  </a:lnTo>
                  <a:cubicBezTo>
                    <a:pt x="10245090" y="0"/>
                    <a:pt x="10487660" y="242570"/>
                    <a:pt x="10487660" y="541655"/>
                  </a:cubicBezTo>
                  <a:lnTo>
                    <a:pt x="10487660" y="5050155"/>
                  </a:lnTo>
                  <a:cubicBezTo>
                    <a:pt x="10487660" y="5349367"/>
                    <a:pt x="10245090" y="5591810"/>
                    <a:pt x="9946005" y="5591810"/>
                  </a:cubicBezTo>
                  <a:lnTo>
                    <a:pt x="541655" y="5591810"/>
                  </a:lnTo>
                  <a:cubicBezTo>
                    <a:pt x="242570" y="5591810"/>
                    <a:pt x="0" y="5349240"/>
                    <a:pt x="0" y="5050155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8609" y="4276430"/>
            <a:ext cx="445294" cy="356292"/>
            <a:chOff x="0" y="0"/>
            <a:chExt cx="593725" cy="47505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93725" cy="475107"/>
            </a:xfrm>
            <a:custGeom>
              <a:avLst/>
              <a:gdLst/>
              <a:ahLst/>
              <a:cxnLst/>
              <a:rect r="r" b="b" t="t" l="l"/>
              <a:pathLst>
                <a:path h="475107" w="593725">
                  <a:moveTo>
                    <a:pt x="0" y="0"/>
                  </a:moveTo>
                  <a:lnTo>
                    <a:pt x="593725" y="0"/>
                  </a:lnTo>
                  <a:lnTo>
                    <a:pt x="593725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9" t="0" r="-819" b="1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34613" y="419769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Daily Discipline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4613" y="4866084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Follow daily tasks step by step.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 clean folder structure.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4613" y="595629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Technical Standards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4613" y="6624685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Write readable and commented code.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functionality properly.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83928" y="3887991"/>
            <a:ext cx="7865716" cy="4681538"/>
            <a:chOff x="0" y="0"/>
            <a:chExt cx="10487622" cy="6242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7660" cy="6242050"/>
            </a:xfrm>
            <a:custGeom>
              <a:avLst/>
              <a:gdLst/>
              <a:ahLst/>
              <a:cxnLst/>
              <a:rect r="r" b="b" t="t" l="l"/>
              <a:pathLst>
                <a:path h="6242050" w="10487660">
                  <a:moveTo>
                    <a:pt x="0" y="541655"/>
                  </a:moveTo>
                  <a:cubicBezTo>
                    <a:pt x="0" y="242570"/>
                    <a:pt x="242570" y="0"/>
                    <a:pt x="541655" y="0"/>
                  </a:cubicBezTo>
                  <a:lnTo>
                    <a:pt x="9945878" y="0"/>
                  </a:lnTo>
                  <a:cubicBezTo>
                    <a:pt x="10245090" y="0"/>
                    <a:pt x="10487660" y="242570"/>
                    <a:pt x="10487660" y="541655"/>
                  </a:cubicBezTo>
                  <a:lnTo>
                    <a:pt x="10487660" y="5700395"/>
                  </a:lnTo>
                  <a:cubicBezTo>
                    <a:pt x="10487660" y="5999607"/>
                    <a:pt x="10245090" y="6242050"/>
                    <a:pt x="9946005" y="6242050"/>
                  </a:cubicBezTo>
                  <a:lnTo>
                    <a:pt x="541655" y="6242050"/>
                  </a:lnTo>
                  <a:cubicBezTo>
                    <a:pt x="242570" y="6242050"/>
                    <a:pt x="0" y="5999480"/>
                    <a:pt x="0" y="5700395"/>
                  </a:cubicBezTo>
                  <a:close/>
                </a:path>
              </a:pathLst>
            </a:custGeom>
            <a:solidFill>
              <a:srgbClr val="BEDFF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54638" y="4276430"/>
            <a:ext cx="445294" cy="356292"/>
            <a:chOff x="0" y="0"/>
            <a:chExt cx="593725" cy="47505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93725" cy="475107"/>
            </a:xfrm>
            <a:custGeom>
              <a:avLst/>
              <a:gdLst/>
              <a:ahLst/>
              <a:cxnLst/>
              <a:rect r="r" b="b" t="t" l="l"/>
              <a:pathLst>
                <a:path h="475107" w="593725">
                  <a:moveTo>
                    <a:pt x="0" y="0"/>
                  </a:moveTo>
                  <a:lnTo>
                    <a:pt x="593725" y="0"/>
                  </a:lnTo>
                  <a:lnTo>
                    <a:pt x="593725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9" t="0" r="-819" b="1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470652" y="4197696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Code Quality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0652" y="4866084"/>
            <a:ext cx="6608264" cy="9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Submit original work only.</a:t>
            </a:r>
          </a:p>
          <a:p>
            <a:pPr algn="l" marL="320477" indent="-160238" lvl="1">
              <a:lnSpc>
                <a:spcPts val="3374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 your project.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0652" y="5956297"/>
            <a:ext cx="3563388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Showcase Your 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0652" y="6624685"/>
            <a:ext cx="6608264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After completing Week 4 tasks, </a:t>
            </a:r>
            <a:r>
              <a:rPr lang="en-US" sz="212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make a video of your work and post it on LinkedIn mentioning “IWY Tech”</a:t>
            </a:r>
            <a:r>
              <a:rPr lang="en-US" sz="2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share your achievement!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0259" y="1468336"/>
            <a:ext cx="9729492" cy="334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5"/>
              </a:lnSpc>
            </a:pPr>
            <a:r>
              <a:rPr lang="en-US" sz="693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"Full stack developers don't just build pages, they build solutions."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0259" y="5084559"/>
            <a:ext cx="9729492" cy="4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This is your time to showcase everything you've learned </a:t>
            </a:r>
            <a:r>
              <a:rPr lang="en-US" sz="18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🚀💻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45496" y="5750566"/>
            <a:ext cx="4765329" cy="1413119"/>
            <a:chOff x="0" y="0"/>
            <a:chExt cx="6353772" cy="18841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340983" cy="1871472"/>
            </a:xfrm>
            <a:custGeom>
              <a:avLst/>
              <a:gdLst/>
              <a:ahLst/>
              <a:cxnLst/>
              <a:rect r="r" b="b" t="t" l="l"/>
              <a:pathLst>
                <a:path h="1871472" w="6340983">
                  <a:moveTo>
                    <a:pt x="0" y="777367"/>
                  </a:moveTo>
                  <a:cubicBezTo>
                    <a:pt x="0" y="348107"/>
                    <a:pt x="349758" y="0"/>
                    <a:pt x="781050" y="0"/>
                  </a:cubicBezTo>
                  <a:lnTo>
                    <a:pt x="5559933" y="0"/>
                  </a:lnTo>
                  <a:cubicBezTo>
                    <a:pt x="5991352" y="0"/>
                    <a:pt x="6340983" y="348107"/>
                    <a:pt x="6340983" y="777367"/>
                  </a:cubicBezTo>
                  <a:lnTo>
                    <a:pt x="6340983" y="1094105"/>
                  </a:lnTo>
                  <a:cubicBezTo>
                    <a:pt x="6340983" y="1523492"/>
                    <a:pt x="5991225" y="1871472"/>
                    <a:pt x="5559933" y="1871472"/>
                  </a:cubicBezTo>
                  <a:lnTo>
                    <a:pt x="781050" y="1871472"/>
                  </a:lnTo>
                  <a:cubicBezTo>
                    <a:pt x="349758" y="1871472"/>
                    <a:pt x="0" y="1523365"/>
                    <a:pt x="0" y="109410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3683" cy="1884172"/>
            </a:xfrm>
            <a:custGeom>
              <a:avLst/>
              <a:gdLst/>
              <a:ahLst/>
              <a:cxnLst/>
              <a:rect r="r" b="b" t="t" l="l"/>
              <a:pathLst>
                <a:path h="1884172" w="6353683">
                  <a:moveTo>
                    <a:pt x="0" y="783717"/>
                  </a:moveTo>
                  <a:cubicBezTo>
                    <a:pt x="0" y="350901"/>
                    <a:pt x="352552" y="0"/>
                    <a:pt x="787400" y="0"/>
                  </a:cubicBezTo>
                  <a:lnTo>
                    <a:pt x="5566283" y="0"/>
                  </a:lnTo>
                  <a:lnTo>
                    <a:pt x="5566283" y="6350"/>
                  </a:lnTo>
                  <a:lnTo>
                    <a:pt x="5566283" y="0"/>
                  </a:lnTo>
                  <a:cubicBezTo>
                    <a:pt x="6001131" y="0"/>
                    <a:pt x="6353683" y="350901"/>
                    <a:pt x="6353683" y="783717"/>
                  </a:cubicBezTo>
                  <a:lnTo>
                    <a:pt x="6347333" y="783717"/>
                  </a:lnTo>
                  <a:lnTo>
                    <a:pt x="6353683" y="783717"/>
                  </a:lnTo>
                  <a:lnTo>
                    <a:pt x="6353683" y="1100455"/>
                  </a:lnTo>
                  <a:lnTo>
                    <a:pt x="6347333" y="1100455"/>
                  </a:lnTo>
                  <a:lnTo>
                    <a:pt x="6353683" y="1100455"/>
                  </a:lnTo>
                  <a:cubicBezTo>
                    <a:pt x="6353683" y="1533271"/>
                    <a:pt x="6001131" y="1884172"/>
                    <a:pt x="5566283" y="1884172"/>
                  </a:cubicBezTo>
                  <a:lnTo>
                    <a:pt x="5566283" y="1877822"/>
                  </a:lnTo>
                  <a:lnTo>
                    <a:pt x="5566283" y="1884172"/>
                  </a:lnTo>
                  <a:lnTo>
                    <a:pt x="787400" y="1884172"/>
                  </a:lnTo>
                  <a:lnTo>
                    <a:pt x="787400" y="1877822"/>
                  </a:lnTo>
                  <a:lnTo>
                    <a:pt x="787400" y="1884172"/>
                  </a:lnTo>
                  <a:cubicBezTo>
                    <a:pt x="352552" y="1884172"/>
                    <a:pt x="0" y="1533271"/>
                    <a:pt x="0" y="1100455"/>
                  </a:cubicBezTo>
                  <a:lnTo>
                    <a:pt x="0" y="783717"/>
                  </a:lnTo>
                  <a:lnTo>
                    <a:pt x="6350" y="783717"/>
                  </a:lnTo>
                  <a:lnTo>
                    <a:pt x="0" y="783717"/>
                  </a:lnTo>
                  <a:moveTo>
                    <a:pt x="12700" y="783717"/>
                  </a:moveTo>
                  <a:lnTo>
                    <a:pt x="12700" y="1100455"/>
                  </a:lnTo>
                  <a:lnTo>
                    <a:pt x="6350" y="1100455"/>
                  </a:lnTo>
                  <a:lnTo>
                    <a:pt x="12700" y="1100455"/>
                  </a:lnTo>
                  <a:cubicBezTo>
                    <a:pt x="12700" y="1526286"/>
                    <a:pt x="359537" y="1871472"/>
                    <a:pt x="787400" y="1871472"/>
                  </a:cubicBezTo>
                  <a:lnTo>
                    <a:pt x="5566283" y="1871472"/>
                  </a:lnTo>
                  <a:cubicBezTo>
                    <a:pt x="5994146" y="1871472"/>
                    <a:pt x="6340983" y="1526286"/>
                    <a:pt x="6340983" y="1100455"/>
                  </a:cubicBezTo>
                  <a:lnTo>
                    <a:pt x="6340983" y="783717"/>
                  </a:lnTo>
                  <a:cubicBezTo>
                    <a:pt x="6340983" y="357886"/>
                    <a:pt x="5994146" y="12700"/>
                    <a:pt x="5566283" y="12700"/>
                  </a:cubicBezTo>
                  <a:lnTo>
                    <a:pt x="787400" y="12700"/>
                  </a:lnTo>
                  <a:lnTo>
                    <a:pt x="787400" y="6350"/>
                  </a:lnTo>
                  <a:lnTo>
                    <a:pt x="787400" y="12700"/>
                  </a:lnTo>
                  <a:cubicBezTo>
                    <a:pt x="359537" y="12700"/>
                    <a:pt x="12700" y="357886"/>
                    <a:pt x="12700" y="783717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02671" y="5998216"/>
            <a:ext cx="3196380" cy="40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Complete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2671" y="6480867"/>
            <a:ext cx="4250979" cy="4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end-to-end projects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19184" y="5750566"/>
            <a:ext cx="4765329" cy="1413119"/>
            <a:chOff x="0" y="0"/>
            <a:chExt cx="6353772" cy="1884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340983" cy="1871472"/>
            </a:xfrm>
            <a:custGeom>
              <a:avLst/>
              <a:gdLst/>
              <a:ahLst/>
              <a:cxnLst/>
              <a:rect r="r" b="b" t="t" l="l"/>
              <a:pathLst>
                <a:path h="1871472" w="6340983">
                  <a:moveTo>
                    <a:pt x="0" y="777367"/>
                  </a:moveTo>
                  <a:cubicBezTo>
                    <a:pt x="0" y="348107"/>
                    <a:pt x="349758" y="0"/>
                    <a:pt x="781050" y="0"/>
                  </a:cubicBezTo>
                  <a:lnTo>
                    <a:pt x="5559933" y="0"/>
                  </a:lnTo>
                  <a:cubicBezTo>
                    <a:pt x="5991352" y="0"/>
                    <a:pt x="6340983" y="348107"/>
                    <a:pt x="6340983" y="777367"/>
                  </a:cubicBezTo>
                  <a:lnTo>
                    <a:pt x="6340983" y="1094105"/>
                  </a:lnTo>
                  <a:cubicBezTo>
                    <a:pt x="6340983" y="1523492"/>
                    <a:pt x="5991225" y="1871472"/>
                    <a:pt x="5559933" y="1871472"/>
                  </a:cubicBezTo>
                  <a:lnTo>
                    <a:pt x="781050" y="1871472"/>
                  </a:lnTo>
                  <a:cubicBezTo>
                    <a:pt x="349758" y="1871472"/>
                    <a:pt x="0" y="1523365"/>
                    <a:pt x="0" y="109410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3683" cy="1884172"/>
            </a:xfrm>
            <a:custGeom>
              <a:avLst/>
              <a:gdLst/>
              <a:ahLst/>
              <a:cxnLst/>
              <a:rect r="r" b="b" t="t" l="l"/>
              <a:pathLst>
                <a:path h="1884172" w="6353683">
                  <a:moveTo>
                    <a:pt x="0" y="783717"/>
                  </a:moveTo>
                  <a:cubicBezTo>
                    <a:pt x="0" y="350901"/>
                    <a:pt x="352552" y="0"/>
                    <a:pt x="787400" y="0"/>
                  </a:cubicBezTo>
                  <a:lnTo>
                    <a:pt x="5566283" y="0"/>
                  </a:lnTo>
                  <a:lnTo>
                    <a:pt x="5566283" y="6350"/>
                  </a:lnTo>
                  <a:lnTo>
                    <a:pt x="5566283" y="0"/>
                  </a:lnTo>
                  <a:cubicBezTo>
                    <a:pt x="6001131" y="0"/>
                    <a:pt x="6353683" y="350901"/>
                    <a:pt x="6353683" y="783717"/>
                  </a:cubicBezTo>
                  <a:lnTo>
                    <a:pt x="6347333" y="783717"/>
                  </a:lnTo>
                  <a:lnTo>
                    <a:pt x="6353683" y="783717"/>
                  </a:lnTo>
                  <a:lnTo>
                    <a:pt x="6353683" y="1100455"/>
                  </a:lnTo>
                  <a:lnTo>
                    <a:pt x="6347333" y="1100455"/>
                  </a:lnTo>
                  <a:lnTo>
                    <a:pt x="6353683" y="1100455"/>
                  </a:lnTo>
                  <a:cubicBezTo>
                    <a:pt x="6353683" y="1533271"/>
                    <a:pt x="6001131" y="1884172"/>
                    <a:pt x="5566283" y="1884172"/>
                  </a:cubicBezTo>
                  <a:lnTo>
                    <a:pt x="5566283" y="1877822"/>
                  </a:lnTo>
                  <a:lnTo>
                    <a:pt x="5566283" y="1884172"/>
                  </a:lnTo>
                  <a:lnTo>
                    <a:pt x="787400" y="1884172"/>
                  </a:lnTo>
                  <a:lnTo>
                    <a:pt x="787400" y="1877822"/>
                  </a:lnTo>
                  <a:lnTo>
                    <a:pt x="787400" y="1884172"/>
                  </a:lnTo>
                  <a:cubicBezTo>
                    <a:pt x="352552" y="1884172"/>
                    <a:pt x="0" y="1533271"/>
                    <a:pt x="0" y="1100455"/>
                  </a:cubicBezTo>
                  <a:lnTo>
                    <a:pt x="0" y="783717"/>
                  </a:lnTo>
                  <a:lnTo>
                    <a:pt x="6350" y="783717"/>
                  </a:lnTo>
                  <a:lnTo>
                    <a:pt x="0" y="783717"/>
                  </a:lnTo>
                  <a:moveTo>
                    <a:pt x="12700" y="783717"/>
                  </a:moveTo>
                  <a:lnTo>
                    <a:pt x="12700" y="1100455"/>
                  </a:lnTo>
                  <a:lnTo>
                    <a:pt x="6350" y="1100455"/>
                  </a:lnTo>
                  <a:lnTo>
                    <a:pt x="12700" y="1100455"/>
                  </a:lnTo>
                  <a:cubicBezTo>
                    <a:pt x="12700" y="1526286"/>
                    <a:pt x="359537" y="1871472"/>
                    <a:pt x="787400" y="1871472"/>
                  </a:cubicBezTo>
                  <a:lnTo>
                    <a:pt x="5566283" y="1871472"/>
                  </a:lnTo>
                  <a:cubicBezTo>
                    <a:pt x="5994146" y="1871472"/>
                    <a:pt x="6340983" y="1526286"/>
                    <a:pt x="6340983" y="1100455"/>
                  </a:cubicBezTo>
                  <a:lnTo>
                    <a:pt x="6340983" y="783717"/>
                  </a:lnTo>
                  <a:cubicBezTo>
                    <a:pt x="6340983" y="357886"/>
                    <a:pt x="5994146" y="12700"/>
                    <a:pt x="5566283" y="12700"/>
                  </a:cubicBezTo>
                  <a:lnTo>
                    <a:pt x="787400" y="12700"/>
                  </a:lnTo>
                  <a:lnTo>
                    <a:pt x="787400" y="6350"/>
                  </a:lnTo>
                  <a:lnTo>
                    <a:pt x="787400" y="12700"/>
                  </a:lnTo>
                  <a:cubicBezTo>
                    <a:pt x="359537" y="12700"/>
                    <a:pt x="12700" y="357886"/>
                    <a:pt x="12700" y="783717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076359" y="5998216"/>
            <a:ext cx="3196380" cy="40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Problem Solving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76359" y="6480867"/>
            <a:ext cx="4250979" cy="4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Connect frontend and backend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45496" y="7372055"/>
            <a:ext cx="9739017" cy="1413119"/>
            <a:chOff x="0" y="0"/>
            <a:chExt cx="12985356" cy="18841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2972669" cy="1871472"/>
            </a:xfrm>
            <a:custGeom>
              <a:avLst/>
              <a:gdLst/>
              <a:ahLst/>
              <a:cxnLst/>
              <a:rect r="r" b="b" t="t" l="l"/>
              <a:pathLst>
                <a:path h="1871472" w="12972669">
                  <a:moveTo>
                    <a:pt x="0" y="777367"/>
                  </a:moveTo>
                  <a:cubicBezTo>
                    <a:pt x="0" y="348107"/>
                    <a:pt x="350012" y="0"/>
                    <a:pt x="781939" y="0"/>
                  </a:cubicBezTo>
                  <a:lnTo>
                    <a:pt x="12190730" y="0"/>
                  </a:lnTo>
                  <a:cubicBezTo>
                    <a:pt x="12622530" y="0"/>
                    <a:pt x="12972669" y="348107"/>
                    <a:pt x="12972669" y="777367"/>
                  </a:cubicBezTo>
                  <a:lnTo>
                    <a:pt x="12972669" y="1094105"/>
                  </a:lnTo>
                  <a:cubicBezTo>
                    <a:pt x="12972669" y="1523492"/>
                    <a:pt x="12622657" y="1871472"/>
                    <a:pt x="12190730" y="1871472"/>
                  </a:cubicBezTo>
                  <a:lnTo>
                    <a:pt x="781939" y="1871472"/>
                  </a:lnTo>
                  <a:cubicBezTo>
                    <a:pt x="350012" y="1871472"/>
                    <a:pt x="0" y="1523365"/>
                    <a:pt x="0" y="1094105"/>
                  </a:cubicBezTo>
                  <a:close/>
                </a:path>
              </a:pathLst>
            </a:custGeom>
            <a:solidFill>
              <a:srgbClr val="D4E9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85369" cy="1884172"/>
            </a:xfrm>
            <a:custGeom>
              <a:avLst/>
              <a:gdLst/>
              <a:ahLst/>
              <a:cxnLst/>
              <a:rect r="r" b="b" t="t" l="l"/>
              <a:pathLst>
                <a:path h="1884172" w="12985369">
                  <a:moveTo>
                    <a:pt x="0" y="783717"/>
                  </a:moveTo>
                  <a:cubicBezTo>
                    <a:pt x="0" y="350901"/>
                    <a:pt x="352933" y="0"/>
                    <a:pt x="788289" y="0"/>
                  </a:cubicBezTo>
                  <a:lnTo>
                    <a:pt x="12197080" y="0"/>
                  </a:lnTo>
                  <a:lnTo>
                    <a:pt x="12197080" y="6350"/>
                  </a:lnTo>
                  <a:lnTo>
                    <a:pt x="12197080" y="0"/>
                  </a:lnTo>
                  <a:cubicBezTo>
                    <a:pt x="12632437" y="0"/>
                    <a:pt x="12985369" y="350901"/>
                    <a:pt x="12985369" y="783717"/>
                  </a:cubicBezTo>
                  <a:lnTo>
                    <a:pt x="12979019" y="783717"/>
                  </a:lnTo>
                  <a:lnTo>
                    <a:pt x="12985369" y="783717"/>
                  </a:lnTo>
                  <a:lnTo>
                    <a:pt x="12985369" y="1100455"/>
                  </a:lnTo>
                  <a:lnTo>
                    <a:pt x="12979019" y="1100455"/>
                  </a:lnTo>
                  <a:lnTo>
                    <a:pt x="12985369" y="1100455"/>
                  </a:lnTo>
                  <a:cubicBezTo>
                    <a:pt x="12985369" y="1533398"/>
                    <a:pt x="12632437" y="1884172"/>
                    <a:pt x="12197080" y="1884172"/>
                  </a:cubicBezTo>
                  <a:lnTo>
                    <a:pt x="12197080" y="1877822"/>
                  </a:lnTo>
                  <a:lnTo>
                    <a:pt x="12197080" y="1884172"/>
                  </a:lnTo>
                  <a:lnTo>
                    <a:pt x="788289" y="1884172"/>
                  </a:lnTo>
                  <a:lnTo>
                    <a:pt x="788289" y="1877822"/>
                  </a:lnTo>
                  <a:lnTo>
                    <a:pt x="788289" y="1884172"/>
                  </a:lnTo>
                  <a:cubicBezTo>
                    <a:pt x="352933" y="1884172"/>
                    <a:pt x="0" y="1533271"/>
                    <a:pt x="0" y="1100455"/>
                  </a:cubicBezTo>
                  <a:lnTo>
                    <a:pt x="0" y="783717"/>
                  </a:lnTo>
                  <a:lnTo>
                    <a:pt x="6350" y="783717"/>
                  </a:lnTo>
                  <a:lnTo>
                    <a:pt x="0" y="783717"/>
                  </a:lnTo>
                  <a:moveTo>
                    <a:pt x="12700" y="783717"/>
                  </a:moveTo>
                  <a:lnTo>
                    <a:pt x="12700" y="1100455"/>
                  </a:lnTo>
                  <a:lnTo>
                    <a:pt x="6350" y="1100455"/>
                  </a:lnTo>
                  <a:lnTo>
                    <a:pt x="12700" y="1100455"/>
                  </a:lnTo>
                  <a:cubicBezTo>
                    <a:pt x="12700" y="1526286"/>
                    <a:pt x="359918" y="1871472"/>
                    <a:pt x="788289" y="1871472"/>
                  </a:cubicBezTo>
                  <a:lnTo>
                    <a:pt x="12197080" y="1871472"/>
                  </a:lnTo>
                  <a:cubicBezTo>
                    <a:pt x="12625451" y="1871472"/>
                    <a:pt x="12972669" y="1526286"/>
                    <a:pt x="12972669" y="1100455"/>
                  </a:cubicBezTo>
                  <a:lnTo>
                    <a:pt x="12972669" y="783717"/>
                  </a:lnTo>
                  <a:cubicBezTo>
                    <a:pt x="12972669" y="357886"/>
                    <a:pt x="12625451" y="12700"/>
                    <a:pt x="12197080" y="12700"/>
                  </a:cubicBezTo>
                  <a:lnTo>
                    <a:pt x="788289" y="12700"/>
                  </a:lnTo>
                  <a:lnTo>
                    <a:pt x="788289" y="6350"/>
                  </a:lnTo>
                  <a:lnTo>
                    <a:pt x="788289" y="12700"/>
                  </a:lnTo>
                  <a:cubicBezTo>
                    <a:pt x="359918" y="12700"/>
                    <a:pt x="12700" y="357886"/>
                    <a:pt x="12700" y="783717"/>
                  </a:cubicBezTo>
                  <a:close/>
                </a:path>
              </a:pathLst>
            </a:custGeom>
            <a:solidFill>
              <a:srgbClr val="BACFD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02671" y="7619705"/>
            <a:ext cx="3196380" cy="40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Showcase Skills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2671" y="8102356"/>
            <a:ext cx="9224667" cy="42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874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Demonstrate your full stack abilities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44020" y="547240"/>
            <a:ext cx="11301117" cy="66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Internship Domain: Backend Basics &amp; Final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4020" y="1455534"/>
            <a:ext cx="13999816" cy="55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Week 4 is the culmination of your internship journey, introducing backend concepts and enabling you to build a complete full stack project that integrates everything you've learned.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45821" y="2166042"/>
            <a:ext cx="11396072" cy="7127081"/>
            <a:chOff x="0" y="0"/>
            <a:chExt cx="15194763" cy="950277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5194787" cy="9502775"/>
            </a:xfrm>
            <a:custGeom>
              <a:avLst/>
              <a:gdLst/>
              <a:ahLst/>
              <a:cxnLst/>
              <a:rect r="r" b="b" t="t" l="l"/>
              <a:pathLst>
                <a:path h="9502775" w="15194787">
                  <a:moveTo>
                    <a:pt x="0" y="0"/>
                  </a:moveTo>
                  <a:lnTo>
                    <a:pt x="15194787" y="0"/>
                  </a:lnTo>
                  <a:lnTo>
                    <a:pt x="15194787" y="9502775"/>
                  </a:lnTo>
                  <a:lnTo>
                    <a:pt x="0" y="950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28056" y="5347183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Final Project Development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8577" y="8360340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Handling User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09745" y="5345649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Server-Side Logic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68577" y="2231431"/>
            <a:ext cx="2349503" cy="84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Backend Fundamentals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4020" y="9418739"/>
            <a:ext cx="13999816" cy="29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This structured approach ensures you grasp each concept thoroughly before moving to more complex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2321423"/>
            <a:ext cx="15340012" cy="92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Week 4 Tasks: Mastering Backend Fundamentals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3715788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Dive into backend concepts, understanding how server-side logic works and how data is managed to power full-stack applications.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2770" y="4963420"/>
            <a:ext cx="8255946" cy="2963913"/>
            <a:chOff x="0" y="0"/>
            <a:chExt cx="11007928" cy="39518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7979" cy="3951859"/>
            </a:xfrm>
            <a:custGeom>
              <a:avLst/>
              <a:gdLst/>
              <a:ahLst/>
              <a:cxnLst/>
              <a:rect r="r" b="b" t="t" l="l"/>
              <a:pathLst>
                <a:path h="3951859" w="11007979">
                  <a:moveTo>
                    <a:pt x="0" y="866648"/>
                  </a:moveTo>
                  <a:cubicBezTo>
                    <a:pt x="0" y="387985"/>
                    <a:pt x="387985" y="0"/>
                    <a:pt x="866648" y="0"/>
                  </a:cubicBezTo>
                  <a:lnTo>
                    <a:pt x="10141331" y="0"/>
                  </a:lnTo>
                  <a:cubicBezTo>
                    <a:pt x="10619994" y="0"/>
                    <a:pt x="11007979" y="387985"/>
                    <a:pt x="11007979" y="866648"/>
                  </a:cubicBezTo>
                  <a:lnTo>
                    <a:pt x="11007979" y="3085211"/>
                  </a:lnTo>
                  <a:cubicBezTo>
                    <a:pt x="11007979" y="3563874"/>
                    <a:pt x="10619994" y="3951859"/>
                    <a:pt x="10141331" y="3951859"/>
                  </a:cubicBezTo>
                  <a:lnTo>
                    <a:pt x="866648" y="3951859"/>
                  </a:lnTo>
                  <a:cubicBezTo>
                    <a:pt x="387985" y="3951859"/>
                    <a:pt x="0" y="3563874"/>
                    <a:pt x="0" y="3085211"/>
                  </a:cubicBezTo>
                  <a:close/>
                </a:path>
              </a:pathLst>
            </a:custGeom>
            <a:solidFill>
              <a:srgbClr val="E5F6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3490" y="5205565"/>
            <a:ext cx="4375394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Day 1: Backend 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490" y="5873953"/>
            <a:ext cx="7714507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Understand backend concepts, client-server architecture, and how data flows between frontend and backend. Introduction to backend tools (Node.js / Python / PHP – concept level).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8809" y="4963420"/>
            <a:ext cx="8255946" cy="2963913"/>
            <a:chOff x="0" y="0"/>
            <a:chExt cx="11007928" cy="39518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7979" cy="3951859"/>
            </a:xfrm>
            <a:custGeom>
              <a:avLst/>
              <a:gdLst/>
              <a:ahLst/>
              <a:cxnLst/>
              <a:rect r="r" b="b" t="t" l="l"/>
              <a:pathLst>
                <a:path h="3951859" w="11007979">
                  <a:moveTo>
                    <a:pt x="0" y="866648"/>
                  </a:moveTo>
                  <a:cubicBezTo>
                    <a:pt x="0" y="387985"/>
                    <a:pt x="387985" y="0"/>
                    <a:pt x="866648" y="0"/>
                  </a:cubicBezTo>
                  <a:lnTo>
                    <a:pt x="10141331" y="0"/>
                  </a:lnTo>
                  <a:cubicBezTo>
                    <a:pt x="10619994" y="0"/>
                    <a:pt x="11007979" y="387985"/>
                    <a:pt x="11007979" y="866648"/>
                  </a:cubicBezTo>
                  <a:lnTo>
                    <a:pt x="11007979" y="3085211"/>
                  </a:lnTo>
                  <a:cubicBezTo>
                    <a:pt x="11007979" y="3563874"/>
                    <a:pt x="10619994" y="3951859"/>
                    <a:pt x="10141331" y="3951859"/>
                  </a:cubicBezTo>
                  <a:lnTo>
                    <a:pt x="866648" y="3951859"/>
                  </a:lnTo>
                  <a:cubicBezTo>
                    <a:pt x="387985" y="3951859"/>
                    <a:pt x="0" y="3563874"/>
                    <a:pt x="0" y="3085211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59528" y="5205565"/>
            <a:ext cx="4489399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Day 2: Backend Logic Basics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59528" y="5873953"/>
            <a:ext cx="7714507" cy="137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Create simple backend logic such as handling form data, basic routing, or simulated data storage (JSON or variables).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7890" y="1320556"/>
            <a:ext cx="16392230" cy="18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Week 4 Tasks: Integration, Testing &amp; Your Complete Full Stack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890" y="3605803"/>
            <a:ext cx="1639223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Building on your backend fundamentals, this week focuses on integrating frontend and backend, ensuring robust functionality, and delivering a complete full stack application.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7890" y="4853435"/>
            <a:ext cx="1897561" cy="1897561"/>
            <a:chOff x="0" y="0"/>
            <a:chExt cx="2530081" cy="25300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16161" y="4824860"/>
            <a:ext cx="3070174" cy="136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3: Frontend &amp; Backend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16161" y="6275489"/>
            <a:ext cx="3070174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Connect frontend forms with backend logic. Test data flow and functionality.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4777" y="4853435"/>
            <a:ext cx="1897561" cy="1897561"/>
            <a:chOff x="0" y="0"/>
            <a:chExt cx="2530081" cy="25300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693048" y="4824860"/>
            <a:ext cx="3070174" cy="136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4: Project Enhancement &amp; Testing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93048" y="6275489"/>
            <a:ext cx="3070174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Improve UI, add validations, and test the complete workflow.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01665" y="4853435"/>
            <a:ext cx="1897561" cy="1897561"/>
            <a:chOff x="0" y="0"/>
            <a:chExt cx="2530081" cy="253008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530094" cy="2530094"/>
            </a:xfrm>
            <a:custGeom>
              <a:avLst/>
              <a:gdLst/>
              <a:ahLst/>
              <a:cxnLst/>
              <a:rect r="r" b="b" t="t" l="l"/>
              <a:pathLst>
                <a:path h="2530094" w="2530094">
                  <a:moveTo>
                    <a:pt x="0" y="0"/>
                  </a:moveTo>
                  <a:lnTo>
                    <a:pt x="2530094" y="0"/>
                  </a:lnTo>
                  <a:lnTo>
                    <a:pt x="2530094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269936" y="4824860"/>
            <a:ext cx="3070174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true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Day 5: Final 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9936" y="5384902"/>
            <a:ext cx="3070174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Build a complete full stack mini project, such as: Student registration system, Contact form with backend handling, Simple CRUD-based webpage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3020320"/>
            <a:chOff x="0" y="0"/>
            <a:chExt cx="24384000" cy="402709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027043"/>
            </a:xfrm>
            <a:custGeom>
              <a:avLst/>
              <a:gdLst/>
              <a:ahLst/>
              <a:cxnLst/>
              <a:rect r="r" b="b" t="t" l="l"/>
              <a:pathLst>
                <a:path h="40270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27043"/>
                  </a:lnTo>
                  <a:lnTo>
                    <a:pt x="0" y="4027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" t="0" r="-14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5310" y="3887686"/>
            <a:ext cx="8037909" cy="78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&amp; Stay Connected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5310" y="4909242"/>
            <a:ext cx="16677380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Ensure your hard work is recognized by following these guidelines.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9661" y="5526729"/>
            <a:ext cx="8389296" cy="3720408"/>
            <a:chOff x="0" y="0"/>
            <a:chExt cx="11185728" cy="49605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85652" cy="4960493"/>
            </a:xfrm>
            <a:custGeom>
              <a:avLst/>
              <a:gdLst/>
              <a:ahLst/>
              <a:cxnLst/>
              <a:rect r="r" b="b" t="t" l="l"/>
              <a:pathLst>
                <a:path h="4960493" w="11185652">
                  <a:moveTo>
                    <a:pt x="0" y="736346"/>
                  </a:moveTo>
                  <a:cubicBezTo>
                    <a:pt x="0" y="329692"/>
                    <a:pt x="329692" y="0"/>
                    <a:pt x="736346" y="0"/>
                  </a:cubicBezTo>
                  <a:lnTo>
                    <a:pt x="10449306" y="0"/>
                  </a:lnTo>
                  <a:cubicBezTo>
                    <a:pt x="10855960" y="0"/>
                    <a:pt x="11185652" y="329692"/>
                    <a:pt x="11185652" y="736346"/>
                  </a:cubicBezTo>
                  <a:lnTo>
                    <a:pt x="11185652" y="4224147"/>
                  </a:lnTo>
                  <a:cubicBezTo>
                    <a:pt x="11185652" y="4630801"/>
                    <a:pt x="10855960" y="4960493"/>
                    <a:pt x="10449306" y="4960493"/>
                  </a:cubicBezTo>
                  <a:lnTo>
                    <a:pt x="736346" y="4960493"/>
                  </a:lnTo>
                  <a:cubicBezTo>
                    <a:pt x="329692" y="4960493"/>
                    <a:pt x="0" y="4630801"/>
                    <a:pt x="0" y="4224147"/>
                  </a:cubicBezTo>
                  <a:close/>
                </a:path>
              </a:pathLst>
            </a:custGeom>
            <a:solidFill>
              <a:srgbClr val="E5F6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69747" y="5703094"/>
            <a:ext cx="4844806" cy="62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Submission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747" y="6465837"/>
            <a:ext cx="7929115" cy="24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Submit via the provided </a:t>
            </a:r>
            <a:r>
              <a:rPr lang="en-US" b="true" sz="1750" u="sng">
                <a:solidFill>
                  <a:srgbClr val="15598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Form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Upload all project files in </a:t>
            </a: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ZIP format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Folder Name Format: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YourName_Week4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Submission Deadline: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10-03-2026</a:t>
            </a:r>
          </a:p>
          <a:p>
            <a:pPr algn="l" marL="263922" indent="-131961" lvl="1">
              <a:lnSpc>
                <a:spcPts val="2625"/>
              </a:lnSpc>
              <a:buFont typeface="Arial"/>
              <a:buChar char="•"/>
            </a:pPr>
            <a:r>
              <a:rPr lang="en-US" b="true" sz="175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LinkedIn Showcase: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After completing Week 4 tasks, record a video demonstrating your project and post it on LinkedIn mentioning “IWY Tech” to share your achievement!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8568" y="5526729"/>
            <a:ext cx="8389296" cy="3720408"/>
            <a:chOff x="0" y="0"/>
            <a:chExt cx="11185728" cy="4960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85652" cy="4960493"/>
            </a:xfrm>
            <a:custGeom>
              <a:avLst/>
              <a:gdLst/>
              <a:ahLst/>
              <a:cxnLst/>
              <a:rect r="r" b="b" t="t" l="l"/>
              <a:pathLst>
                <a:path h="4960493" w="11185652">
                  <a:moveTo>
                    <a:pt x="0" y="736346"/>
                  </a:moveTo>
                  <a:cubicBezTo>
                    <a:pt x="0" y="329692"/>
                    <a:pt x="329692" y="0"/>
                    <a:pt x="736346" y="0"/>
                  </a:cubicBezTo>
                  <a:lnTo>
                    <a:pt x="10449306" y="0"/>
                  </a:lnTo>
                  <a:cubicBezTo>
                    <a:pt x="10855960" y="0"/>
                    <a:pt x="11185652" y="329692"/>
                    <a:pt x="11185652" y="736346"/>
                  </a:cubicBezTo>
                  <a:lnTo>
                    <a:pt x="11185652" y="4224147"/>
                  </a:lnTo>
                  <a:cubicBezTo>
                    <a:pt x="11185652" y="4630801"/>
                    <a:pt x="10855960" y="4960493"/>
                    <a:pt x="10449306" y="4960493"/>
                  </a:cubicBezTo>
                  <a:lnTo>
                    <a:pt x="736346" y="4960493"/>
                  </a:lnTo>
                  <a:cubicBezTo>
                    <a:pt x="329692" y="4960493"/>
                    <a:pt x="0" y="4630801"/>
                    <a:pt x="0" y="4224147"/>
                  </a:cubicBezTo>
                  <a:close/>
                </a:path>
              </a:pathLst>
            </a:custGeom>
            <a:solidFill>
              <a:srgbClr val="F4FB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98654" y="5703094"/>
            <a:ext cx="4844806" cy="62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true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Contact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8654" y="6465837"/>
            <a:ext cx="7929115" cy="397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We're here to support your journey. Reach out if you need help!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654" y="6982120"/>
            <a:ext cx="7929115" cy="40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📧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750" u="sng">
                <a:solidFill>
                  <a:srgbClr val="1C77B0"/>
                </a:solidFill>
                <a:latin typeface="Montserrat"/>
                <a:ea typeface="Montserrat"/>
                <a:cs typeface="Montserrat"/>
                <a:sym typeface="Montserrat"/>
                <a:hlinkClick r:id="rId5" tooltip="mailto:iwytch@gmail.com"/>
              </a:rPr>
              <a:t>iwytch@gmail.com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8654" y="7507929"/>
            <a:ext cx="7929115" cy="40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📱</a:t>
            </a:r>
            <a:r>
              <a:rPr lang="en-US" sz="175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+92 332 5415892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DAHC6iaWGtY</dc:identifier>
  <dcterms:modified xsi:type="dcterms:W3CDTF">2011-08-01T06:04:30Z</dcterms:modified>
  <cp:revision>1</cp:revision>
  <dc:title>FullStack Week 4.pptx</dc:title>
</cp:coreProperties>
</file>