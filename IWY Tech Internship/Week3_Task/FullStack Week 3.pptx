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rlow Bold" charset="1" panose="00000800000000000000"/>
      <p:regular r:id="rId16"/>
    </p:embeddedFon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Barlow Light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mailto:iwytech@gmail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3577981"/>
            <a:ext cx="9534230" cy="18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Inspiring World's Youth with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5727802"/>
            <a:ext cx="9534230" cy="80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4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 Stack Development Internship – Week 3</a:t>
            </a:r>
          </a:p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JavaScript &amp; Interactivity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82110" y="2421284"/>
            <a:ext cx="5953125" cy="5953125"/>
            <a:chOff x="0" y="0"/>
            <a:chExt cx="7937500" cy="7937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37500" cy="7937500"/>
            </a:xfrm>
            <a:custGeom>
              <a:avLst/>
              <a:gdLst/>
              <a:ahLst/>
              <a:cxnLst/>
              <a:rect r="r" b="b" t="t" l="l"/>
              <a:pathLst>
                <a:path h="7937500" w="7937500">
                  <a:moveTo>
                    <a:pt x="0" y="0"/>
                  </a:moveTo>
                  <a:lnTo>
                    <a:pt x="7937500" y="0"/>
                  </a:lnTo>
                  <a:lnTo>
                    <a:pt x="7937500" y="7937500"/>
                  </a:lnTo>
                  <a:lnTo>
                    <a:pt x="0" y="793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3645" y="824951"/>
            <a:ext cx="12603804" cy="79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Roadmap: Your Journey Starts Here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645" y="1969741"/>
            <a:ext cx="16660711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quick look at what's ahead in Week 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3645" y="2539756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13645" y="2953788"/>
            <a:ext cx="8230495" cy="28575"/>
            <a:chOff x="0" y="0"/>
            <a:chExt cx="10973994" cy="381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" r="0" b="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3645" y="3098597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About Week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645" y="3581695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An overview of this week's focus.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43717" y="2539756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43717" y="2953788"/>
            <a:ext cx="8230638" cy="28575"/>
            <a:chOff x="0" y="0"/>
            <a:chExt cx="10974184" cy="381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43717" y="3098597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Learning Objectives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3717" y="3581695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Key skills and knowledge you'll gain.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3645" y="4301128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3645" y="4691958"/>
            <a:ext cx="8230495" cy="28575"/>
            <a:chOff x="0" y="0"/>
            <a:chExt cx="10973994" cy="381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" r="0" b="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13645" y="4859979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Instructions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3645" y="5343077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Key guidelines for success.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43717" y="4301128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43717" y="4691958"/>
            <a:ext cx="8230638" cy="28575"/>
            <a:chOff x="0" y="0"/>
            <a:chExt cx="10974184" cy="381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43717" y="4859979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Inspiring Quote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43717" y="5343077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Motivation for your coding journey.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3645" y="6062510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05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13645" y="6430118"/>
            <a:ext cx="8230495" cy="28575"/>
            <a:chOff x="0" y="0"/>
            <a:chExt cx="10973994" cy="381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" r="0" b="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13645" y="6621361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Domain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3645" y="7104459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Deep dive into Full Stack Development.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43717" y="6062510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06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43717" y="6430118"/>
            <a:ext cx="8230638" cy="28575"/>
            <a:chOff x="0" y="0"/>
            <a:chExt cx="10974184" cy="381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6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243717" y="6621361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Week 2 Tasks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43717" y="7104459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 and assignments.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3645" y="7823892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07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13645" y="8168278"/>
            <a:ext cx="8230495" cy="28575"/>
            <a:chOff x="0" y="0"/>
            <a:chExt cx="10973994" cy="381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" r="0" b="5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13645" y="8382743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Submission Details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3645" y="8865841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How to submit your work.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243717" y="7823892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08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43717" y="8168278"/>
            <a:ext cx="8230638" cy="28575"/>
            <a:chOff x="0" y="0"/>
            <a:chExt cx="10974184" cy="381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6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243717" y="8382743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Contact 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243717" y="8865841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Stay connected with us.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58395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7890" y="1943691"/>
            <a:ext cx="9534230" cy="18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About Week 3: JavaScript &amp; Interactivity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90" y="4093521"/>
            <a:ext cx="9534230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Week 3 introduces JavaScript, enabling interns to add logic and interactivity to webpages. Our goal is to help interns build dynamic and responsive user interfaces using JavaScript.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890" y="6016676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Goal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90" y="6685064"/>
            <a:ext cx="4436716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Help interns build dynamic and responsive user interfaces using JavaScript.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54928" y="6016676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Focus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54928" y="6685064"/>
            <a:ext cx="4436716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JavaScript fundamentals, event handling, and DOM manipulation techniques.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983304"/>
            <a:ext cx="12429677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Learning Objectives: What You'll Master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2377678"/>
            <a:ext cx="1639223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By the end of Week 3, you will be able to understand JavaScript basics, write scripts for dynamic behavior, handle user inputs and events, and create interactive web elements.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3127" y="3620538"/>
            <a:ext cx="8070209" cy="2694232"/>
            <a:chOff x="0" y="0"/>
            <a:chExt cx="10760278" cy="3592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0747502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502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577" y="0"/>
                  </a:lnTo>
                  <a:cubicBezTo>
                    <a:pt x="10504424" y="0"/>
                    <a:pt x="10747502" y="242570"/>
                    <a:pt x="10747502" y="541655"/>
                  </a:cubicBezTo>
                  <a:lnTo>
                    <a:pt x="10747502" y="3037967"/>
                  </a:lnTo>
                  <a:cubicBezTo>
                    <a:pt x="10747502" y="3337179"/>
                    <a:pt x="10504424" y="3579622"/>
                    <a:pt x="10204577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0202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202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0927" y="0"/>
                  </a:lnTo>
                  <a:lnTo>
                    <a:pt x="10210927" y="6350"/>
                  </a:lnTo>
                  <a:lnTo>
                    <a:pt x="10210927" y="0"/>
                  </a:lnTo>
                  <a:cubicBezTo>
                    <a:pt x="10514330" y="0"/>
                    <a:pt x="10760202" y="245364"/>
                    <a:pt x="10760202" y="548005"/>
                  </a:cubicBezTo>
                  <a:lnTo>
                    <a:pt x="10753852" y="548005"/>
                  </a:lnTo>
                  <a:lnTo>
                    <a:pt x="10760202" y="548005"/>
                  </a:lnTo>
                  <a:lnTo>
                    <a:pt x="10760202" y="3044317"/>
                  </a:lnTo>
                  <a:lnTo>
                    <a:pt x="10753852" y="3044317"/>
                  </a:lnTo>
                  <a:lnTo>
                    <a:pt x="10760202" y="3044317"/>
                  </a:lnTo>
                  <a:cubicBezTo>
                    <a:pt x="10760202" y="3346958"/>
                    <a:pt x="10514203" y="3592322"/>
                    <a:pt x="10210927" y="3592322"/>
                  </a:cubicBezTo>
                  <a:lnTo>
                    <a:pt x="10210927" y="3585972"/>
                  </a:lnTo>
                  <a:lnTo>
                    <a:pt x="10210927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0927" y="3579622"/>
                  </a:lnTo>
                  <a:cubicBezTo>
                    <a:pt x="10507345" y="3579622"/>
                    <a:pt x="10747502" y="3339973"/>
                    <a:pt x="10747502" y="3044317"/>
                  </a:cubicBezTo>
                  <a:lnTo>
                    <a:pt x="10747502" y="548005"/>
                  </a:lnTo>
                  <a:cubicBezTo>
                    <a:pt x="10747629" y="252349"/>
                    <a:pt x="10507345" y="12700"/>
                    <a:pt x="10210927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8134" y="3905545"/>
            <a:ext cx="812454" cy="812454"/>
            <a:chOff x="0" y="0"/>
            <a:chExt cx="1083272" cy="108327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451524" y="4128935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8134" y="4960144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JavaScript Basics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134" y="5520185"/>
            <a:ext cx="750019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Master variables, data types, and syntax.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74521" y="3620538"/>
            <a:ext cx="8070352" cy="2694232"/>
            <a:chOff x="0" y="0"/>
            <a:chExt cx="10760469" cy="35923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0747756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756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831" y="0"/>
                  </a:lnTo>
                  <a:cubicBezTo>
                    <a:pt x="10504678" y="0"/>
                    <a:pt x="10747756" y="242570"/>
                    <a:pt x="10747756" y="541655"/>
                  </a:cubicBezTo>
                  <a:lnTo>
                    <a:pt x="10747756" y="3037967"/>
                  </a:lnTo>
                  <a:cubicBezTo>
                    <a:pt x="10747756" y="3337179"/>
                    <a:pt x="10504678" y="3579622"/>
                    <a:pt x="10204831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0456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456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1181" y="0"/>
                  </a:lnTo>
                  <a:lnTo>
                    <a:pt x="10211181" y="6350"/>
                  </a:lnTo>
                  <a:lnTo>
                    <a:pt x="10211181" y="0"/>
                  </a:lnTo>
                  <a:cubicBezTo>
                    <a:pt x="10514585" y="0"/>
                    <a:pt x="10760456" y="245364"/>
                    <a:pt x="10760456" y="548005"/>
                  </a:cubicBezTo>
                  <a:lnTo>
                    <a:pt x="10754106" y="548005"/>
                  </a:lnTo>
                  <a:lnTo>
                    <a:pt x="10760456" y="548005"/>
                  </a:lnTo>
                  <a:lnTo>
                    <a:pt x="10760456" y="3044317"/>
                  </a:lnTo>
                  <a:lnTo>
                    <a:pt x="10754106" y="3044317"/>
                  </a:lnTo>
                  <a:lnTo>
                    <a:pt x="10760456" y="3044317"/>
                  </a:lnTo>
                  <a:cubicBezTo>
                    <a:pt x="10760456" y="3346958"/>
                    <a:pt x="10514457" y="3592322"/>
                    <a:pt x="10211181" y="3592322"/>
                  </a:cubicBezTo>
                  <a:lnTo>
                    <a:pt x="10211181" y="3585972"/>
                  </a:lnTo>
                  <a:lnTo>
                    <a:pt x="10211181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1181" y="3579622"/>
                  </a:lnTo>
                  <a:cubicBezTo>
                    <a:pt x="10507600" y="3579622"/>
                    <a:pt x="10747756" y="3339973"/>
                    <a:pt x="10747756" y="3044317"/>
                  </a:cubicBezTo>
                  <a:lnTo>
                    <a:pt x="10747756" y="548005"/>
                  </a:lnTo>
                  <a:cubicBezTo>
                    <a:pt x="10747756" y="252349"/>
                    <a:pt x="10507599" y="12700"/>
                    <a:pt x="10211181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59528" y="3905545"/>
            <a:ext cx="812454" cy="812454"/>
            <a:chOff x="0" y="0"/>
            <a:chExt cx="1083272" cy="108327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9782918" y="4128935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564" r="0" b="-256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59528" y="4960144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Logic &amp; Control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59528" y="5520185"/>
            <a:ext cx="75003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 conditions and loops effectively.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3127" y="6575974"/>
            <a:ext cx="8070209" cy="2694232"/>
            <a:chOff x="0" y="0"/>
            <a:chExt cx="10760278" cy="35923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0747502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502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577" y="0"/>
                  </a:lnTo>
                  <a:cubicBezTo>
                    <a:pt x="10504424" y="0"/>
                    <a:pt x="10747502" y="242570"/>
                    <a:pt x="10747502" y="541655"/>
                  </a:cubicBezTo>
                  <a:lnTo>
                    <a:pt x="10747502" y="3037967"/>
                  </a:lnTo>
                  <a:cubicBezTo>
                    <a:pt x="10747502" y="3337179"/>
                    <a:pt x="10504424" y="3579622"/>
                    <a:pt x="10204577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0202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202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0927" y="0"/>
                  </a:lnTo>
                  <a:lnTo>
                    <a:pt x="10210927" y="6350"/>
                  </a:lnTo>
                  <a:lnTo>
                    <a:pt x="10210927" y="0"/>
                  </a:lnTo>
                  <a:cubicBezTo>
                    <a:pt x="10514330" y="0"/>
                    <a:pt x="10760202" y="245364"/>
                    <a:pt x="10760202" y="548005"/>
                  </a:cubicBezTo>
                  <a:lnTo>
                    <a:pt x="10753852" y="548005"/>
                  </a:lnTo>
                  <a:lnTo>
                    <a:pt x="10760202" y="548005"/>
                  </a:lnTo>
                  <a:lnTo>
                    <a:pt x="10760202" y="3044317"/>
                  </a:lnTo>
                  <a:lnTo>
                    <a:pt x="10753852" y="3044317"/>
                  </a:lnTo>
                  <a:lnTo>
                    <a:pt x="10760202" y="3044317"/>
                  </a:lnTo>
                  <a:cubicBezTo>
                    <a:pt x="10760202" y="3346958"/>
                    <a:pt x="10514203" y="3592322"/>
                    <a:pt x="10210927" y="3592322"/>
                  </a:cubicBezTo>
                  <a:lnTo>
                    <a:pt x="10210927" y="3585972"/>
                  </a:lnTo>
                  <a:lnTo>
                    <a:pt x="10210927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0927" y="3579622"/>
                  </a:lnTo>
                  <a:cubicBezTo>
                    <a:pt x="10507345" y="3579622"/>
                    <a:pt x="10747502" y="3339973"/>
                    <a:pt x="10747502" y="3044317"/>
                  </a:cubicBezTo>
                  <a:lnTo>
                    <a:pt x="10747502" y="548005"/>
                  </a:lnTo>
                  <a:cubicBezTo>
                    <a:pt x="10747629" y="252349"/>
                    <a:pt x="10507345" y="12700"/>
                    <a:pt x="10210927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8134" y="6860972"/>
            <a:ext cx="812454" cy="812454"/>
            <a:chOff x="0" y="0"/>
            <a:chExt cx="1083272" cy="1083272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451524" y="7084371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5128" r="0" b="-5128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28134" y="7915570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Functions &amp; Events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8134" y="8475612"/>
            <a:ext cx="750019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Create reusable code and handle interactions.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74521" y="6575974"/>
            <a:ext cx="8070352" cy="2694232"/>
            <a:chOff x="0" y="0"/>
            <a:chExt cx="10760469" cy="35923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10747756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756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831" y="0"/>
                  </a:lnTo>
                  <a:cubicBezTo>
                    <a:pt x="10504678" y="0"/>
                    <a:pt x="10747756" y="242570"/>
                    <a:pt x="10747756" y="541655"/>
                  </a:cubicBezTo>
                  <a:lnTo>
                    <a:pt x="10747756" y="3037967"/>
                  </a:lnTo>
                  <a:cubicBezTo>
                    <a:pt x="10747756" y="3337179"/>
                    <a:pt x="10504678" y="3579622"/>
                    <a:pt x="10204831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0456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456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1181" y="0"/>
                  </a:lnTo>
                  <a:lnTo>
                    <a:pt x="10211181" y="6350"/>
                  </a:lnTo>
                  <a:lnTo>
                    <a:pt x="10211181" y="0"/>
                  </a:lnTo>
                  <a:cubicBezTo>
                    <a:pt x="10514585" y="0"/>
                    <a:pt x="10760456" y="245364"/>
                    <a:pt x="10760456" y="548005"/>
                  </a:cubicBezTo>
                  <a:lnTo>
                    <a:pt x="10754106" y="548005"/>
                  </a:lnTo>
                  <a:lnTo>
                    <a:pt x="10760456" y="548005"/>
                  </a:lnTo>
                  <a:lnTo>
                    <a:pt x="10760456" y="3044317"/>
                  </a:lnTo>
                  <a:lnTo>
                    <a:pt x="10754106" y="3044317"/>
                  </a:lnTo>
                  <a:lnTo>
                    <a:pt x="10760456" y="3044317"/>
                  </a:lnTo>
                  <a:cubicBezTo>
                    <a:pt x="10760456" y="3346958"/>
                    <a:pt x="10514457" y="3592322"/>
                    <a:pt x="10211181" y="3592322"/>
                  </a:cubicBezTo>
                  <a:lnTo>
                    <a:pt x="10211181" y="3585972"/>
                  </a:lnTo>
                  <a:lnTo>
                    <a:pt x="10211181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1181" y="3579622"/>
                  </a:lnTo>
                  <a:cubicBezTo>
                    <a:pt x="10507600" y="3579622"/>
                    <a:pt x="10747756" y="3339973"/>
                    <a:pt x="10747756" y="3044317"/>
                  </a:cubicBezTo>
                  <a:lnTo>
                    <a:pt x="10747756" y="548005"/>
                  </a:lnTo>
                  <a:cubicBezTo>
                    <a:pt x="10747756" y="252349"/>
                    <a:pt x="10507599" y="12700"/>
                    <a:pt x="10211181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59528" y="6860972"/>
            <a:ext cx="812454" cy="812454"/>
            <a:chOff x="0" y="0"/>
            <a:chExt cx="1083272" cy="1083272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3" b="3"/>
              </a:stretch>
            </a:blipFill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9782918" y="7084371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282" t="0" r="-1282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559528" y="7915570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DOM Manipulation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59528" y="8475612"/>
            <a:ext cx="75003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Dynamically modify webpage content.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1374724"/>
            <a:ext cx="11883180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Guidelines for a Successful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2769098"/>
            <a:ext cx="1639223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 maximize your learning and ensure a rewarding experience, please adhere to these essential instructions.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7890" y="3887991"/>
            <a:ext cx="7865716" cy="4193829"/>
            <a:chOff x="0" y="0"/>
            <a:chExt cx="10487622" cy="55917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7660" cy="5591810"/>
            </a:xfrm>
            <a:custGeom>
              <a:avLst/>
              <a:gdLst/>
              <a:ahLst/>
              <a:cxnLst/>
              <a:rect r="r" b="b" t="t" l="l"/>
              <a:pathLst>
                <a:path h="5591810" w="10487660">
                  <a:moveTo>
                    <a:pt x="0" y="541655"/>
                  </a:moveTo>
                  <a:cubicBezTo>
                    <a:pt x="0" y="242570"/>
                    <a:pt x="242570" y="0"/>
                    <a:pt x="541655" y="0"/>
                  </a:cubicBezTo>
                  <a:lnTo>
                    <a:pt x="9946005" y="0"/>
                  </a:lnTo>
                  <a:cubicBezTo>
                    <a:pt x="10245090" y="0"/>
                    <a:pt x="10487660" y="242570"/>
                    <a:pt x="10487660" y="541655"/>
                  </a:cubicBezTo>
                  <a:lnTo>
                    <a:pt x="10487660" y="5050155"/>
                  </a:lnTo>
                  <a:cubicBezTo>
                    <a:pt x="10487660" y="5349367"/>
                    <a:pt x="10245090" y="5591810"/>
                    <a:pt x="9946005" y="5591810"/>
                  </a:cubicBezTo>
                  <a:lnTo>
                    <a:pt x="541655" y="5591810"/>
                  </a:lnTo>
                  <a:cubicBezTo>
                    <a:pt x="242570" y="5591810"/>
                    <a:pt x="0" y="5349240"/>
                    <a:pt x="0" y="5050155"/>
                  </a:cubicBezTo>
                  <a:close/>
                </a:path>
              </a:pathLst>
            </a:custGeom>
            <a:solidFill>
              <a:srgbClr val="BEDFF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8609" y="4276430"/>
            <a:ext cx="445294" cy="356292"/>
            <a:chOff x="0" y="0"/>
            <a:chExt cx="593725" cy="47505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93725" cy="475107"/>
            </a:xfrm>
            <a:custGeom>
              <a:avLst/>
              <a:gdLst/>
              <a:ahLst/>
              <a:cxnLst/>
              <a:rect r="r" b="b" t="t" l="l"/>
              <a:pathLst>
                <a:path h="475107" w="593725">
                  <a:moveTo>
                    <a:pt x="0" y="0"/>
                  </a:moveTo>
                  <a:lnTo>
                    <a:pt x="593725" y="0"/>
                  </a:lnTo>
                  <a:lnTo>
                    <a:pt x="593725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9" t="0" r="-819" b="1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34613" y="4197696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Daily Discipline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34613" y="4866084"/>
            <a:ext cx="6608264" cy="94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Complete daily JavaScript tasks.</a:t>
            </a:r>
          </a:p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Practice coding regularly.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4613" y="595629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Technical Standards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4613" y="6624685"/>
            <a:ext cx="6608264" cy="94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Write clean JavaScript code.</a:t>
            </a:r>
          </a:p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 organized file structure.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83928" y="3887991"/>
            <a:ext cx="7865716" cy="4681538"/>
            <a:chOff x="0" y="0"/>
            <a:chExt cx="10487622" cy="6242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7660" cy="6242050"/>
            </a:xfrm>
            <a:custGeom>
              <a:avLst/>
              <a:gdLst/>
              <a:ahLst/>
              <a:cxnLst/>
              <a:rect r="r" b="b" t="t" l="l"/>
              <a:pathLst>
                <a:path h="6242050" w="10487660">
                  <a:moveTo>
                    <a:pt x="0" y="541655"/>
                  </a:moveTo>
                  <a:cubicBezTo>
                    <a:pt x="0" y="242570"/>
                    <a:pt x="242570" y="0"/>
                    <a:pt x="541655" y="0"/>
                  </a:cubicBezTo>
                  <a:lnTo>
                    <a:pt x="9945878" y="0"/>
                  </a:lnTo>
                  <a:cubicBezTo>
                    <a:pt x="10245090" y="0"/>
                    <a:pt x="10487660" y="242570"/>
                    <a:pt x="10487660" y="541655"/>
                  </a:cubicBezTo>
                  <a:lnTo>
                    <a:pt x="10487660" y="5700395"/>
                  </a:lnTo>
                  <a:cubicBezTo>
                    <a:pt x="10487660" y="5999607"/>
                    <a:pt x="10245090" y="6242050"/>
                    <a:pt x="9946005" y="6242050"/>
                  </a:cubicBezTo>
                  <a:lnTo>
                    <a:pt x="541655" y="6242050"/>
                  </a:lnTo>
                  <a:cubicBezTo>
                    <a:pt x="242570" y="6242050"/>
                    <a:pt x="0" y="5999480"/>
                    <a:pt x="0" y="5700395"/>
                  </a:cubicBezTo>
                  <a:close/>
                </a:path>
              </a:pathLst>
            </a:custGeom>
            <a:solidFill>
              <a:srgbClr val="BEDFF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54638" y="4276430"/>
            <a:ext cx="445294" cy="356292"/>
            <a:chOff x="0" y="0"/>
            <a:chExt cx="593725" cy="47505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93725" cy="475107"/>
            </a:xfrm>
            <a:custGeom>
              <a:avLst/>
              <a:gdLst/>
              <a:ahLst/>
              <a:cxnLst/>
              <a:rect r="r" b="b" t="t" l="l"/>
              <a:pathLst>
                <a:path h="475107" w="593725">
                  <a:moveTo>
                    <a:pt x="0" y="0"/>
                  </a:moveTo>
                  <a:lnTo>
                    <a:pt x="593725" y="0"/>
                  </a:lnTo>
                  <a:lnTo>
                    <a:pt x="593725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9" t="0" r="-819" b="1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470652" y="4197696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Code Quality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0652" y="4866084"/>
            <a:ext cx="6608264" cy="94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 scripts in the browser.</a:t>
            </a:r>
          </a:p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Follow best practices.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0652" y="595629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Showcase Your 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0652" y="6624685"/>
            <a:ext cx="6608264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After completing Week 3 tasks, </a:t>
            </a:r>
            <a:r>
              <a:rPr lang="en-US" sz="212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make a video of your work and post it on LinkedIn mentioning “IWY Tech”</a:t>
            </a: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share your progress!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29807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7890" y="1335881"/>
            <a:ext cx="9534230" cy="250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"JavaScript brings your website to life."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890" y="4172398"/>
            <a:ext cx="9534230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Turn static pages into interactive experiences </a:t>
            </a: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⚡🖥️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3127" y="4991395"/>
            <a:ext cx="4641209" cy="2044456"/>
            <a:chOff x="0" y="0"/>
            <a:chExt cx="6188278" cy="27259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175629" cy="2713228"/>
            </a:xfrm>
            <a:custGeom>
              <a:avLst/>
              <a:gdLst/>
              <a:ahLst/>
              <a:cxnLst/>
              <a:rect r="r" b="b" t="t" l="l"/>
              <a:pathLst>
                <a:path h="2713228" w="6175629">
                  <a:moveTo>
                    <a:pt x="0" y="866648"/>
                  </a:moveTo>
                  <a:cubicBezTo>
                    <a:pt x="0" y="387985"/>
                    <a:pt x="389001" y="0"/>
                    <a:pt x="868934" y="0"/>
                  </a:cubicBezTo>
                  <a:lnTo>
                    <a:pt x="5306695" y="0"/>
                  </a:lnTo>
                  <a:cubicBezTo>
                    <a:pt x="5786628" y="0"/>
                    <a:pt x="6175629" y="387985"/>
                    <a:pt x="6175629" y="866648"/>
                  </a:cubicBezTo>
                  <a:lnTo>
                    <a:pt x="6175629" y="1846580"/>
                  </a:lnTo>
                  <a:cubicBezTo>
                    <a:pt x="6175629" y="2325243"/>
                    <a:pt x="5786628" y="2713228"/>
                    <a:pt x="5306695" y="2713228"/>
                  </a:cubicBezTo>
                  <a:lnTo>
                    <a:pt x="868934" y="2713228"/>
                  </a:lnTo>
                  <a:cubicBezTo>
                    <a:pt x="389001" y="2713228"/>
                    <a:pt x="0" y="2325243"/>
                    <a:pt x="0" y="1846580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88329" cy="2725928"/>
            </a:xfrm>
            <a:custGeom>
              <a:avLst/>
              <a:gdLst/>
              <a:ahLst/>
              <a:cxnLst/>
              <a:rect r="r" b="b" t="t" l="l"/>
              <a:pathLst>
                <a:path h="2725928" w="6188329">
                  <a:moveTo>
                    <a:pt x="0" y="872998"/>
                  </a:moveTo>
                  <a:cubicBezTo>
                    <a:pt x="0" y="390906"/>
                    <a:pt x="391922" y="0"/>
                    <a:pt x="875284" y="0"/>
                  </a:cubicBezTo>
                  <a:lnTo>
                    <a:pt x="5313045" y="0"/>
                  </a:lnTo>
                  <a:lnTo>
                    <a:pt x="5313045" y="6350"/>
                  </a:lnTo>
                  <a:lnTo>
                    <a:pt x="5313045" y="0"/>
                  </a:lnTo>
                  <a:cubicBezTo>
                    <a:pt x="5796407" y="0"/>
                    <a:pt x="6188329" y="390906"/>
                    <a:pt x="6188329" y="872998"/>
                  </a:cubicBezTo>
                  <a:lnTo>
                    <a:pt x="6181979" y="872998"/>
                  </a:lnTo>
                  <a:lnTo>
                    <a:pt x="6188329" y="872998"/>
                  </a:lnTo>
                  <a:lnTo>
                    <a:pt x="6188329" y="1852930"/>
                  </a:lnTo>
                  <a:lnTo>
                    <a:pt x="6181979" y="1852930"/>
                  </a:lnTo>
                  <a:lnTo>
                    <a:pt x="6188329" y="1852930"/>
                  </a:lnTo>
                  <a:cubicBezTo>
                    <a:pt x="6188329" y="2335149"/>
                    <a:pt x="5796407" y="2725928"/>
                    <a:pt x="5313045" y="2725928"/>
                  </a:cubicBezTo>
                  <a:lnTo>
                    <a:pt x="5313045" y="2719578"/>
                  </a:lnTo>
                  <a:lnTo>
                    <a:pt x="5313045" y="2725928"/>
                  </a:lnTo>
                  <a:lnTo>
                    <a:pt x="875284" y="2725928"/>
                  </a:lnTo>
                  <a:lnTo>
                    <a:pt x="875284" y="2719578"/>
                  </a:lnTo>
                  <a:lnTo>
                    <a:pt x="875284" y="2725928"/>
                  </a:lnTo>
                  <a:cubicBezTo>
                    <a:pt x="391922" y="2725928"/>
                    <a:pt x="0" y="2335149"/>
                    <a:pt x="0" y="1852930"/>
                  </a:cubicBezTo>
                  <a:lnTo>
                    <a:pt x="0" y="872998"/>
                  </a:lnTo>
                  <a:lnTo>
                    <a:pt x="6350" y="872998"/>
                  </a:lnTo>
                  <a:lnTo>
                    <a:pt x="0" y="872998"/>
                  </a:lnTo>
                  <a:moveTo>
                    <a:pt x="12700" y="872998"/>
                  </a:moveTo>
                  <a:lnTo>
                    <a:pt x="12700" y="1852930"/>
                  </a:lnTo>
                  <a:lnTo>
                    <a:pt x="6350" y="1852930"/>
                  </a:lnTo>
                  <a:lnTo>
                    <a:pt x="12700" y="1852930"/>
                  </a:lnTo>
                  <a:cubicBezTo>
                    <a:pt x="12700" y="2328037"/>
                    <a:pt x="398907" y="2713228"/>
                    <a:pt x="875284" y="2713228"/>
                  </a:cubicBezTo>
                  <a:lnTo>
                    <a:pt x="5313045" y="2713228"/>
                  </a:lnTo>
                  <a:cubicBezTo>
                    <a:pt x="5789422" y="2713228"/>
                    <a:pt x="6175629" y="2328037"/>
                    <a:pt x="6175629" y="1852930"/>
                  </a:cubicBezTo>
                  <a:lnTo>
                    <a:pt x="6175629" y="872998"/>
                  </a:lnTo>
                  <a:cubicBezTo>
                    <a:pt x="6175629" y="397891"/>
                    <a:pt x="5789422" y="12700"/>
                    <a:pt x="5313045" y="12700"/>
                  </a:cubicBezTo>
                  <a:lnTo>
                    <a:pt x="875284" y="12700"/>
                  </a:lnTo>
                  <a:lnTo>
                    <a:pt x="875284" y="6350"/>
                  </a:lnTo>
                  <a:lnTo>
                    <a:pt x="875284" y="12700"/>
                  </a:lnTo>
                  <a:cubicBezTo>
                    <a:pt x="398907" y="12700"/>
                    <a:pt x="12700" y="397891"/>
                    <a:pt x="12700" y="872998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28134" y="524782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Dynamic 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134" y="5807869"/>
            <a:ext cx="407119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Create responsive user interfaces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45521" y="4991395"/>
            <a:ext cx="4641352" cy="2044456"/>
            <a:chOff x="0" y="0"/>
            <a:chExt cx="6188469" cy="27259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175756" cy="2713228"/>
            </a:xfrm>
            <a:custGeom>
              <a:avLst/>
              <a:gdLst/>
              <a:ahLst/>
              <a:cxnLst/>
              <a:rect r="r" b="b" t="t" l="l"/>
              <a:pathLst>
                <a:path h="2713228" w="6175756">
                  <a:moveTo>
                    <a:pt x="0" y="866648"/>
                  </a:moveTo>
                  <a:cubicBezTo>
                    <a:pt x="0" y="387985"/>
                    <a:pt x="389001" y="0"/>
                    <a:pt x="868934" y="0"/>
                  </a:cubicBezTo>
                  <a:lnTo>
                    <a:pt x="5306822" y="0"/>
                  </a:lnTo>
                  <a:cubicBezTo>
                    <a:pt x="5786755" y="0"/>
                    <a:pt x="6175756" y="387985"/>
                    <a:pt x="6175756" y="866648"/>
                  </a:cubicBezTo>
                  <a:lnTo>
                    <a:pt x="6175756" y="1846580"/>
                  </a:lnTo>
                  <a:cubicBezTo>
                    <a:pt x="6175756" y="2325243"/>
                    <a:pt x="5786755" y="2713228"/>
                    <a:pt x="5306822" y="2713228"/>
                  </a:cubicBezTo>
                  <a:lnTo>
                    <a:pt x="868934" y="2713228"/>
                  </a:lnTo>
                  <a:cubicBezTo>
                    <a:pt x="389001" y="2713228"/>
                    <a:pt x="0" y="2325243"/>
                    <a:pt x="0" y="1846580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88456" cy="2725928"/>
            </a:xfrm>
            <a:custGeom>
              <a:avLst/>
              <a:gdLst/>
              <a:ahLst/>
              <a:cxnLst/>
              <a:rect r="r" b="b" t="t" l="l"/>
              <a:pathLst>
                <a:path h="2725928" w="6188456">
                  <a:moveTo>
                    <a:pt x="0" y="872998"/>
                  </a:moveTo>
                  <a:cubicBezTo>
                    <a:pt x="0" y="390906"/>
                    <a:pt x="391922" y="0"/>
                    <a:pt x="875284" y="0"/>
                  </a:cubicBezTo>
                  <a:lnTo>
                    <a:pt x="5313172" y="0"/>
                  </a:lnTo>
                  <a:lnTo>
                    <a:pt x="5313172" y="6350"/>
                  </a:lnTo>
                  <a:lnTo>
                    <a:pt x="5313172" y="0"/>
                  </a:lnTo>
                  <a:cubicBezTo>
                    <a:pt x="5796534" y="0"/>
                    <a:pt x="6188456" y="390906"/>
                    <a:pt x="6188456" y="872998"/>
                  </a:cubicBezTo>
                  <a:lnTo>
                    <a:pt x="6182106" y="872998"/>
                  </a:lnTo>
                  <a:lnTo>
                    <a:pt x="6188456" y="872998"/>
                  </a:lnTo>
                  <a:lnTo>
                    <a:pt x="6188456" y="1852930"/>
                  </a:lnTo>
                  <a:lnTo>
                    <a:pt x="6182106" y="1852930"/>
                  </a:lnTo>
                  <a:lnTo>
                    <a:pt x="6188456" y="1852930"/>
                  </a:lnTo>
                  <a:cubicBezTo>
                    <a:pt x="6188456" y="2335149"/>
                    <a:pt x="5796534" y="2725928"/>
                    <a:pt x="5313172" y="2725928"/>
                  </a:cubicBezTo>
                  <a:lnTo>
                    <a:pt x="5313172" y="2719578"/>
                  </a:lnTo>
                  <a:lnTo>
                    <a:pt x="5313172" y="2725928"/>
                  </a:lnTo>
                  <a:lnTo>
                    <a:pt x="875284" y="2725928"/>
                  </a:lnTo>
                  <a:lnTo>
                    <a:pt x="875284" y="2719578"/>
                  </a:lnTo>
                  <a:lnTo>
                    <a:pt x="875284" y="2725928"/>
                  </a:lnTo>
                  <a:cubicBezTo>
                    <a:pt x="391922" y="2725928"/>
                    <a:pt x="0" y="2335149"/>
                    <a:pt x="0" y="1852930"/>
                  </a:cubicBezTo>
                  <a:lnTo>
                    <a:pt x="0" y="872998"/>
                  </a:lnTo>
                  <a:lnTo>
                    <a:pt x="6350" y="872998"/>
                  </a:lnTo>
                  <a:lnTo>
                    <a:pt x="0" y="872998"/>
                  </a:lnTo>
                  <a:moveTo>
                    <a:pt x="12700" y="872998"/>
                  </a:moveTo>
                  <a:lnTo>
                    <a:pt x="12700" y="1852930"/>
                  </a:lnTo>
                  <a:lnTo>
                    <a:pt x="6350" y="1852930"/>
                  </a:lnTo>
                  <a:lnTo>
                    <a:pt x="12700" y="1852930"/>
                  </a:lnTo>
                  <a:cubicBezTo>
                    <a:pt x="12700" y="2328037"/>
                    <a:pt x="398907" y="2713228"/>
                    <a:pt x="875284" y="2713228"/>
                  </a:cubicBezTo>
                  <a:lnTo>
                    <a:pt x="5313172" y="2713228"/>
                  </a:lnTo>
                  <a:cubicBezTo>
                    <a:pt x="5789549" y="2713228"/>
                    <a:pt x="6175756" y="2328037"/>
                    <a:pt x="6175756" y="1852930"/>
                  </a:cubicBezTo>
                  <a:lnTo>
                    <a:pt x="6175756" y="872998"/>
                  </a:lnTo>
                  <a:cubicBezTo>
                    <a:pt x="6175756" y="397891"/>
                    <a:pt x="5789549" y="12700"/>
                    <a:pt x="5313172" y="12700"/>
                  </a:cubicBezTo>
                  <a:lnTo>
                    <a:pt x="875284" y="12700"/>
                  </a:lnTo>
                  <a:lnTo>
                    <a:pt x="875284" y="6350"/>
                  </a:lnTo>
                  <a:lnTo>
                    <a:pt x="875284" y="12700"/>
                  </a:lnTo>
                  <a:cubicBezTo>
                    <a:pt x="398907" y="12700"/>
                    <a:pt x="12700" y="397891"/>
                    <a:pt x="12700" y="872998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130528" y="524782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User Interaction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30528" y="5807869"/>
            <a:ext cx="4071347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Handle events and user inputs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3127" y="7297045"/>
            <a:ext cx="9543755" cy="1611068"/>
            <a:chOff x="0" y="0"/>
            <a:chExt cx="12725006" cy="21480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2712319" cy="2135378"/>
            </a:xfrm>
            <a:custGeom>
              <a:avLst/>
              <a:gdLst/>
              <a:ahLst/>
              <a:cxnLst/>
              <a:rect r="r" b="b" t="t" l="l"/>
              <a:pathLst>
                <a:path h="2135378" w="12712319">
                  <a:moveTo>
                    <a:pt x="0" y="866648"/>
                  </a:moveTo>
                  <a:cubicBezTo>
                    <a:pt x="0" y="387985"/>
                    <a:pt x="389890" y="0"/>
                    <a:pt x="870966" y="0"/>
                  </a:cubicBezTo>
                  <a:lnTo>
                    <a:pt x="11841353" y="0"/>
                  </a:lnTo>
                  <a:cubicBezTo>
                    <a:pt x="12322302" y="0"/>
                    <a:pt x="12712319" y="387985"/>
                    <a:pt x="12712319" y="866648"/>
                  </a:cubicBezTo>
                  <a:lnTo>
                    <a:pt x="12712319" y="1268730"/>
                  </a:lnTo>
                  <a:cubicBezTo>
                    <a:pt x="12712319" y="1747393"/>
                    <a:pt x="12322429" y="2135378"/>
                    <a:pt x="11841353" y="2135378"/>
                  </a:cubicBezTo>
                  <a:lnTo>
                    <a:pt x="870966" y="2135378"/>
                  </a:lnTo>
                  <a:cubicBezTo>
                    <a:pt x="389890" y="2135378"/>
                    <a:pt x="0" y="1747393"/>
                    <a:pt x="0" y="1268730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25019" cy="2148078"/>
            </a:xfrm>
            <a:custGeom>
              <a:avLst/>
              <a:gdLst/>
              <a:ahLst/>
              <a:cxnLst/>
              <a:rect r="r" b="b" t="t" l="l"/>
              <a:pathLst>
                <a:path h="2148078" w="12725019">
                  <a:moveTo>
                    <a:pt x="0" y="872998"/>
                  </a:moveTo>
                  <a:cubicBezTo>
                    <a:pt x="0" y="390779"/>
                    <a:pt x="392811" y="0"/>
                    <a:pt x="877316" y="0"/>
                  </a:cubicBezTo>
                  <a:lnTo>
                    <a:pt x="11847703" y="0"/>
                  </a:lnTo>
                  <a:lnTo>
                    <a:pt x="11847703" y="6350"/>
                  </a:lnTo>
                  <a:lnTo>
                    <a:pt x="11847703" y="0"/>
                  </a:lnTo>
                  <a:cubicBezTo>
                    <a:pt x="12332208" y="0"/>
                    <a:pt x="12725019" y="390779"/>
                    <a:pt x="12725019" y="872998"/>
                  </a:cubicBezTo>
                  <a:lnTo>
                    <a:pt x="12718669" y="872998"/>
                  </a:lnTo>
                  <a:lnTo>
                    <a:pt x="12725019" y="872998"/>
                  </a:lnTo>
                  <a:lnTo>
                    <a:pt x="12725019" y="1275080"/>
                  </a:lnTo>
                  <a:lnTo>
                    <a:pt x="12718669" y="1275080"/>
                  </a:lnTo>
                  <a:lnTo>
                    <a:pt x="12725019" y="1275080"/>
                  </a:lnTo>
                  <a:cubicBezTo>
                    <a:pt x="12725019" y="1757299"/>
                    <a:pt x="12332208" y="2148078"/>
                    <a:pt x="11847703" y="2148078"/>
                  </a:cubicBezTo>
                  <a:lnTo>
                    <a:pt x="11847703" y="2141728"/>
                  </a:lnTo>
                  <a:lnTo>
                    <a:pt x="11847703" y="2148078"/>
                  </a:lnTo>
                  <a:lnTo>
                    <a:pt x="877316" y="2148078"/>
                  </a:lnTo>
                  <a:lnTo>
                    <a:pt x="877316" y="2141728"/>
                  </a:lnTo>
                  <a:lnTo>
                    <a:pt x="877316" y="2148078"/>
                  </a:lnTo>
                  <a:cubicBezTo>
                    <a:pt x="392811" y="2148078"/>
                    <a:pt x="0" y="1757299"/>
                    <a:pt x="0" y="1275080"/>
                  </a:cubicBezTo>
                  <a:lnTo>
                    <a:pt x="0" y="872998"/>
                  </a:lnTo>
                  <a:lnTo>
                    <a:pt x="6350" y="872998"/>
                  </a:lnTo>
                  <a:lnTo>
                    <a:pt x="0" y="872998"/>
                  </a:lnTo>
                  <a:moveTo>
                    <a:pt x="12700" y="872998"/>
                  </a:moveTo>
                  <a:lnTo>
                    <a:pt x="12700" y="1275080"/>
                  </a:lnTo>
                  <a:lnTo>
                    <a:pt x="6350" y="1275080"/>
                  </a:lnTo>
                  <a:lnTo>
                    <a:pt x="12700" y="1275080"/>
                  </a:lnTo>
                  <a:cubicBezTo>
                    <a:pt x="12700" y="1750187"/>
                    <a:pt x="399796" y="2135378"/>
                    <a:pt x="877316" y="2135378"/>
                  </a:cubicBezTo>
                  <a:lnTo>
                    <a:pt x="11847703" y="2135378"/>
                  </a:lnTo>
                  <a:cubicBezTo>
                    <a:pt x="12325223" y="2135378"/>
                    <a:pt x="12712319" y="1750187"/>
                    <a:pt x="12712319" y="1275080"/>
                  </a:cubicBezTo>
                  <a:lnTo>
                    <a:pt x="12712319" y="872998"/>
                  </a:lnTo>
                  <a:cubicBezTo>
                    <a:pt x="12712319" y="397891"/>
                    <a:pt x="12325223" y="12700"/>
                    <a:pt x="11847703" y="12700"/>
                  </a:cubicBezTo>
                  <a:lnTo>
                    <a:pt x="877316" y="12700"/>
                  </a:lnTo>
                  <a:lnTo>
                    <a:pt x="877316" y="6350"/>
                  </a:lnTo>
                  <a:lnTo>
                    <a:pt x="877316" y="12700"/>
                  </a:lnTo>
                  <a:cubicBezTo>
                    <a:pt x="399796" y="12700"/>
                    <a:pt x="12700" y="397891"/>
                    <a:pt x="12700" y="872998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28134" y="755347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Build Interactivity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8134" y="8113509"/>
            <a:ext cx="8973741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Every script adds functionality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4020" y="547240"/>
            <a:ext cx="10164966" cy="66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Domain: JavaScript &amp; Interactivity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4020" y="1455534"/>
            <a:ext cx="13999816" cy="556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Week 3 focuses on adding logic and interactivity to web applications, teaching you how to create dynamic, responsive user experiences with JavaScript.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45821" y="2166042"/>
            <a:ext cx="11396072" cy="7127081"/>
            <a:chOff x="0" y="0"/>
            <a:chExt cx="15194763" cy="950277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5194787" cy="9502775"/>
            </a:xfrm>
            <a:custGeom>
              <a:avLst/>
              <a:gdLst/>
              <a:ahLst/>
              <a:cxnLst/>
              <a:rect r="r" b="b" t="t" l="l"/>
              <a:pathLst>
                <a:path h="9502775" w="15194787">
                  <a:moveTo>
                    <a:pt x="0" y="0"/>
                  </a:moveTo>
                  <a:lnTo>
                    <a:pt x="15194787" y="0"/>
                  </a:lnTo>
                  <a:lnTo>
                    <a:pt x="15194787" y="9502775"/>
                  </a:lnTo>
                  <a:lnTo>
                    <a:pt x="0" y="9502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28056" y="5347183"/>
            <a:ext cx="2349503" cy="8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DOM Manipulation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68577" y="8360340"/>
            <a:ext cx="2349503" cy="8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Functions &amp; Events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09745" y="5138499"/>
            <a:ext cx="2349503" cy="126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Variables, Conditions &amp; Loops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68577" y="2231431"/>
            <a:ext cx="2349503" cy="8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JavaScript Basics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4020" y="9418739"/>
            <a:ext cx="13999816" cy="29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This structured approach ensures you grasp each concept thoroughly before moving to more complex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2754811"/>
            <a:ext cx="16014059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Week 3 Tasks: Mastering JavaScript Fundamentals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4149176"/>
            <a:ext cx="1639223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Your journey into web styling begins with understanding the core concepts of CSS and how to apply them effectively.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2770" y="4963420"/>
            <a:ext cx="8255946" cy="2530526"/>
            <a:chOff x="0" y="0"/>
            <a:chExt cx="11007928" cy="3374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7979" cy="3374009"/>
            </a:xfrm>
            <a:custGeom>
              <a:avLst/>
              <a:gdLst/>
              <a:ahLst/>
              <a:cxnLst/>
              <a:rect r="r" b="b" t="t" l="l"/>
              <a:pathLst>
                <a:path h="3374009" w="11007979">
                  <a:moveTo>
                    <a:pt x="0" y="866648"/>
                  </a:moveTo>
                  <a:cubicBezTo>
                    <a:pt x="0" y="387985"/>
                    <a:pt x="387985" y="0"/>
                    <a:pt x="866648" y="0"/>
                  </a:cubicBezTo>
                  <a:lnTo>
                    <a:pt x="10141331" y="0"/>
                  </a:lnTo>
                  <a:cubicBezTo>
                    <a:pt x="10619994" y="0"/>
                    <a:pt x="11007979" y="387985"/>
                    <a:pt x="11007979" y="866648"/>
                  </a:cubicBezTo>
                  <a:lnTo>
                    <a:pt x="11007979" y="2507361"/>
                  </a:lnTo>
                  <a:cubicBezTo>
                    <a:pt x="11007979" y="2986024"/>
                    <a:pt x="10619994" y="3374009"/>
                    <a:pt x="10141331" y="3374009"/>
                  </a:cubicBezTo>
                  <a:lnTo>
                    <a:pt x="866648" y="3374009"/>
                  </a:lnTo>
                  <a:cubicBezTo>
                    <a:pt x="387985" y="3374009"/>
                    <a:pt x="0" y="2986024"/>
                    <a:pt x="0" y="2507361"/>
                  </a:cubicBezTo>
                  <a:close/>
                </a:path>
              </a:pathLst>
            </a:custGeom>
            <a:solidFill>
              <a:srgbClr val="E5F6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3490" y="5205565"/>
            <a:ext cx="5014170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Day 1: JavaScript Fundamentals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490" y="5873953"/>
            <a:ext cx="7714507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Learn variables, data types, operators, and basic syntax. Write simple scripts for calculations and console output.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8809" y="4963420"/>
            <a:ext cx="8255946" cy="2530526"/>
            <a:chOff x="0" y="0"/>
            <a:chExt cx="11007928" cy="33740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7979" cy="3374009"/>
            </a:xfrm>
            <a:custGeom>
              <a:avLst/>
              <a:gdLst/>
              <a:ahLst/>
              <a:cxnLst/>
              <a:rect r="r" b="b" t="t" l="l"/>
              <a:pathLst>
                <a:path h="3374009" w="11007979">
                  <a:moveTo>
                    <a:pt x="0" y="866648"/>
                  </a:moveTo>
                  <a:cubicBezTo>
                    <a:pt x="0" y="387985"/>
                    <a:pt x="387985" y="0"/>
                    <a:pt x="866648" y="0"/>
                  </a:cubicBezTo>
                  <a:lnTo>
                    <a:pt x="10141331" y="0"/>
                  </a:lnTo>
                  <a:cubicBezTo>
                    <a:pt x="10619994" y="0"/>
                    <a:pt x="11007979" y="387985"/>
                    <a:pt x="11007979" y="866648"/>
                  </a:cubicBezTo>
                  <a:lnTo>
                    <a:pt x="11007979" y="2507361"/>
                  </a:lnTo>
                  <a:cubicBezTo>
                    <a:pt x="11007979" y="2986024"/>
                    <a:pt x="10619994" y="3374009"/>
                    <a:pt x="10141331" y="3374009"/>
                  </a:cubicBezTo>
                  <a:lnTo>
                    <a:pt x="866648" y="3374009"/>
                  </a:lnTo>
                  <a:cubicBezTo>
                    <a:pt x="387985" y="3374009"/>
                    <a:pt x="0" y="2986024"/>
                    <a:pt x="0" y="2507361"/>
                  </a:cubicBezTo>
                  <a:close/>
                </a:path>
              </a:pathLst>
            </a:custGeom>
            <a:solidFill>
              <a:srgbClr val="F4FB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59528" y="5205565"/>
            <a:ext cx="4128792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Day 2: Conditions &amp; Loops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59528" y="5873953"/>
            <a:ext cx="7714507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 if-else, switch, and loops. Create programs like number checks, counters, and simple logic-based outputs.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1320556"/>
            <a:ext cx="16392230" cy="18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Week 3 Tasks: Functions, Events &amp; Your First Interactive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3605803"/>
            <a:ext cx="1639223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Building on your HTML foundation, this week focuses on advanced CSS techniques to bring your web projects to life with sophisticated styling and layout.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7890" y="4853435"/>
            <a:ext cx="1897561" cy="1897561"/>
            <a:chOff x="0" y="0"/>
            <a:chExt cx="2530081" cy="25300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530094" cy="2530094"/>
            </a:xfrm>
            <a:custGeom>
              <a:avLst/>
              <a:gdLst/>
              <a:ahLst/>
              <a:cxnLst/>
              <a:rect r="r" b="b" t="t" l="l"/>
              <a:pathLst>
                <a:path h="2530094" w="2530094">
                  <a:moveTo>
                    <a:pt x="0" y="0"/>
                  </a:moveTo>
                  <a:lnTo>
                    <a:pt x="2530094" y="0"/>
                  </a:lnTo>
                  <a:lnTo>
                    <a:pt x="2530094" y="2530094"/>
                  </a:lnTo>
                  <a:lnTo>
                    <a:pt x="0" y="2530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16161" y="4824860"/>
            <a:ext cx="3070174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Day 3: Functions &amp; Events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16161" y="5830195"/>
            <a:ext cx="3070174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Create functions and trigger them using button clicks and user actions.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4777" y="4853435"/>
            <a:ext cx="1897561" cy="1897561"/>
            <a:chOff x="0" y="0"/>
            <a:chExt cx="2530081" cy="253008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530094" cy="2530094"/>
            </a:xfrm>
            <a:custGeom>
              <a:avLst/>
              <a:gdLst/>
              <a:ahLst/>
              <a:cxnLst/>
              <a:rect r="r" b="b" t="t" l="l"/>
              <a:pathLst>
                <a:path h="2530094" w="2530094">
                  <a:moveTo>
                    <a:pt x="0" y="0"/>
                  </a:moveTo>
                  <a:lnTo>
                    <a:pt x="2530094" y="0"/>
                  </a:lnTo>
                  <a:lnTo>
                    <a:pt x="2530094" y="2530094"/>
                  </a:lnTo>
                  <a:lnTo>
                    <a:pt x="0" y="2530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693048" y="4824860"/>
            <a:ext cx="3070174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Day 4: DOM Manipulation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93048" y="5830195"/>
            <a:ext cx="3070174" cy="224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Access and modify HTML elements using JavaScript. Change text, styles, and content dynamically.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01665" y="4853435"/>
            <a:ext cx="1897561" cy="1897561"/>
            <a:chOff x="0" y="0"/>
            <a:chExt cx="2530081" cy="2530081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530094" cy="2530094"/>
            </a:xfrm>
            <a:custGeom>
              <a:avLst/>
              <a:gdLst/>
              <a:ahLst/>
              <a:cxnLst/>
              <a:rect r="r" b="b" t="t" l="l"/>
              <a:pathLst>
                <a:path h="2530094" w="2530094">
                  <a:moveTo>
                    <a:pt x="0" y="0"/>
                  </a:moveTo>
                  <a:lnTo>
                    <a:pt x="2530094" y="0"/>
                  </a:lnTo>
                  <a:lnTo>
                    <a:pt x="2530094" y="2530094"/>
                  </a:lnTo>
                  <a:lnTo>
                    <a:pt x="0" y="2530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269936" y="4824860"/>
            <a:ext cx="3070174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Day 5: Mini Project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9936" y="5384902"/>
            <a:ext cx="3070174" cy="35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 an interactive webpage using HTML, CSS, and JavaScript, such as: Form validation page, Interactive calculator, Dynamic content display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020320"/>
            <a:chOff x="0" y="0"/>
            <a:chExt cx="24384000" cy="402709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027043"/>
            </a:xfrm>
            <a:custGeom>
              <a:avLst/>
              <a:gdLst/>
              <a:ahLst/>
              <a:cxnLst/>
              <a:rect r="r" b="b" t="t" l="l"/>
              <a:pathLst>
                <a:path h="40270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27043"/>
                  </a:lnTo>
                  <a:lnTo>
                    <a:pt x="0" y="4027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" t="0" r="-14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5310" y="3887686"/>
            <a:ext cx="8037909" cy="78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Submission &amp; Stay Connected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5310" y="4909242"/>
            <a:ext cx="16677380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Ensure your hard work is recognized by following these guidelines.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9661" y="5526729"/>
            <a:ext cx="8389296" cy="3720408"/>
            <a:chOff x="0" y="0"/>
            <a:chExt cx="11185728" cy="49605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85652" cy="4960493"/>
            </a:xfrm>
            <a:custGeom>
              <a:avLst/>
              <a:gdLst/>
              <a:ahLst/>
              <a:cxnLst/>
              <a:rect r="r" b="b" t="t" l="l"/>
              <a:pathLst>
                <a:path h="4960493" w="11185652">
                  <a:moveTo>
                    <a:pt x="0" y="736346"/>
                  </a:moveTo>
                  <a:cubicBezTo>
                    <a:pt x="0" y="329692"/>
                    <a:pt x="329692" y="0"/>
                    <a:pt x="736346" y="0"/>
                  </a:cubicBezTo>
                  <a:lnTo>
                    <a:pt x="10449306" y="0"/>
                  </a:lnTo>
                  <a:cubicBezTo>
                    <a:pt x="10855960" y="0"/>
                    <a:pt x="11185652" y="329692"/>
                    <a:pt x="11185652" y="736346"/>
                  </a:cubicBezTo>
                  <a:lnTo>
                    <a:pt x="11185652" y="4224147"/>
                  </a:lnTo>
                  <a:cubicBezTo>
                    <a:pt x="11185652" y="4630801"/>
                    <a:pt x="10855960" y="4960493"/>
                    <a:pt x="10449306" y="4960493"/>
                  </a:cubicBezTo>
                  <a:lnTo>
                    <a:pt x="736346" y="4960493"/>
                  </a:lnTo>
                  <a:cubicBezTo>
                    <a:pt x="329692" y="4960493"/>
                    <a:pt x="0" y="4630801"/>
                    <a:pt x="0" y="4224147"/>
                  </a:cubicBezTo>
                  <a:close/>
                </a:path>
              </a:pathLst>
            </a:custGeom>
            <a:solidFill>
              <a:srgbClr val="E5F6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69747" y="5703094"/>
            <a:ext cx="4844806" cy="62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Submission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747" y="6465837"/>
            <a:ext cx="7929115" cy="24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Submit via the provided </a:t>
            </a:r>
            <a:r>
              <a:rPr lang="en-US" b="true" sz="1750" u="sng">
                <a:solidFill>
                  <a:srgbClr val="1559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Form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Upload HTML, CSS, and JavaScript files in </a:t>
            </a: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ZIP format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Folder Name Format: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YourName_Week3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Submission Deadline: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03-03-2026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LinkedIn Showcase: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After completing Week 3 tasks, record a short video of your work and post it on LinkedIn mentioning “IWY Tech” to share your achievement!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8568" y="5526729"/>
            <a:ext cx="8389296" cy="3720408"/>
            <a:chOff x="0" y="0"/>
            <a:chExt cx="11185728" cy="49605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85652" cy="4960493"/>
            </a:xfrm>
            <a:custGeom>
              <a:avLst/>
              <a:gdLst/>
              <a:ahLst/>
              <a:cxnLst/>
              <a:rect r="r" b="b" t="t" l="l"/>
              <a:pathLst>
                <a:path h="4960493" w="11185652">
                  <a:moveTo>
                    <a:pt x="0" y="736346"/>
                  </a:moveTo>
                  <a:cubicBezTo>
                    <a:pt x="0" y="329692"/>
                    <a:pt x="329692" y="0"/>
                    <a:pt x="736346" y="0"/>
                  </a:cubicBezTo>
                  <a:lnTo>
                    <a:pt x="10449306" y="0"/>
                  </a:lnTo>
                  <a:cubicBezTo>
                    <a:pt x="10855960" y="0"/>
                    <a:pt x="11185652" y="329692"/>
                    <a:pt x="11185652" y="736346"/>
                  </a:cubicBezTo>
                  <a:lnTo>
                    <a:pt x="11185652" y="4224147"/>
                  </a:lnTo>
                  <a:cubicBezTo>
                    <a:pt x="11185652" y="4630801"/>
                    <a:pt x="10855960" y="4960493"/>
                    <a:pt x="10449306" y="4960493"/>
                  </a:cubicBezTo>
                  <a:lnTo>
                    <a:pt x="736346" y="4960493"/>
                  </a:lnTo>
                  <a:cubicBezTo>
                    <a:pt x="329692" y="4960493"/>
                    <a:pt x="0" y="4630801"/>
                    <a:pt x="0" y="4224147"/>
                  </a:cubicBezTo>
                  <a:close/>
                </a:path>
              </a:pathLst>
            </a:custGeom>
            <a:solidFill>
              <a:srgbClr val="F4FB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98654" y="5703094"/>
            <a:ext cx="4844806" cy="62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Contact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8654" y="6465837"/>
            <a:ext cx="7929115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We're here to support your journey. Reach out if you need help!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8654" y="6982120"/>
            <a:ext cx="792911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📧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50" u="sng">
                <a:solidFill>
                  <a:srgbClr val="1C77B0"/>
                </a:solidFill>
                <a:latin typeface="Montserrat"/>
                <a:ea typeface="Montserrat"/>
                <a:cs typeface="Montserrat"/>
                <a:sym typeface="Montserrat"/>
                <a:hlinkClick r:id="rId4" tooltip="mailto:iwytech@gmail.com"/>
              </a:rPr>
              <a:t>iwytech@gmail.com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8654" y="7507929"/>
            <a:ext cx="792911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📱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+92 335 4806436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DAHCQCeywfg</dc:identifier>
  <dcterms:modified xsi:type="dcterms:W3CDTF">2011-08-01T06:04:30Z</dcterms:modified>
  <cp:revision>1</cp:revision>
  <dc:title>Email:iwytech@gmail.com</dc:title>
</cp:coreProperties>
</file>